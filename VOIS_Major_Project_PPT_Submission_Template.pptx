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rebuchet MS"/>
        <a:ea typeface="Trebuchet MS"/>
        <a:cs typeface="Trebuchet MS"/>
        <a:sym typeface="Trebuchet M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rebuchet MS"/>
        <a:ea typeface="Trebuchet MS"/>
        <a:cs typeface="Trebuchet MS"/>
        <a:sym typeface="Trebuchet M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rebuchet MS"/>
        <a:ea typeface="Trebuchet MS"/>
        <a:cs typeface="Trebuchet MS"/>
        <a:sym typeface="Trebuchet M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rebuchet MS"/>
        <a:ea typeface="Trebuchet MS"/>
        <a:cs typeface="Trebuchet MS"/>
        <a:sym typeface="Trebuchet M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rebuchet MS"/>
        <a:ea typeface="Trebuchet MS"/>
        <a:cs typeface="Trebuchet MS"/>
        <a:sym typeface="Trebuchet M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rebuchet MS"/>
        <a:ea typeface="Trebuchet MS"/>
        <a:cs typeface="Trebuchet MS"/>
        <a:sym typeface="Trebuchet M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rebuchet MS"/>
        <a:ea typeface="Trebuchet MS"/>
        <a:cs typeface="Trebuchet MS"/>
        <a:sym typeface="Trebuchet M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rebuchet MS"/>
        <a:ea typeface="Trebuchet MS"/>
        <a:cs typeface="Trebuchet MS"/>
        <a:sym typeface="Trebuchet M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rebuchet MS"/>
        <a:ea typeface="Trebuchet MS"/>
        <a:cs typeface="Trebuchet MS"/>
        <a:sym typeface="Trebuchet M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ECF9"/>
          </a:solidFill>
        </a:fill>
      </a:tcStyle>
    </a:wholeTbl>
    <a:band2H>
      <a:tcTxStyle b="def" i="def"/>
      <a:tcStyle>
        <a:tcBdr/>
        <a:fill>
          <a:solidFill>
            <a:srgbClr val="E9F6FC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EEDF"/>
          </a:solidFill>
        </a:fill>
      </a:tcStyle>
    </a:wholeTbl>
    <a:band2H>
      <a:tcTxStyle b="def" i="def"/>
      <a:tcStyle>
        <a:tcBdr/>
        <a:fill>
          <a:solidFill>
            <a:srgbClr val="E8F6F0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CEECD"/>
          </a:solidFill>
        </a:fill>
      </a:tcStyle>
    </a:wholeTbl>
    <a:band2H>
      <a:tcTxStyle b="def" i="def"/>
      <a:tcStyle>
        <a:tcBdr/>
        <a:fill>
          <a:solidFill>
            <a:srgbClr val="EEF7E8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rebuchet MS"/>
          <a:ea typeface="Trebuchet MS"/>
          <a:cs typeface="Trebuchet M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27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8" name="Shape 27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15"/>
          <p:cNvGrpSpPr/>
          <p:nvPr/>
        </p:nvGrpSpPr>
        <p:grpSpPr>
          <a:xfrm>
            <a:off x="0" y="-8468"/>
            <a:ext cx="12192001" cy="6866469"/>
            <a:chOff x="0" y="0"/>
            <a:chExt cx="12192000" cy="6866467"/>
          </a:xfrm>
        </p:grpSpPr>
        <p:sp>
          <p:nvSpPr>
            <p:cNvPr id="24" name="Freeform 14"/>
            <p:cNvSpPr/>
            <p:nvPr/>
          </p:nvSpPr>
          <p:spPr>
            <a:xfrm>
              <a:off x="-1" y="605"/>
              <a:ext cx="863601" cy="56980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2"/>
                  </a:moveTo>
                  <a:lnTo>
                    <a:pt x="21600" y="0"/>
                  </a:lnTo>
                  <a:lnTo>
                    <a:pt x="21600" y="64"/>
                  </a:lnTo>
                  <a:lnTo>
                    <a:pt x="0" y="21600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5" name="Straight Connector 18"/>
            <p:cNvSpPr/>
            <p:nvPr/>
          </p:nvSpPr>
          <p:spPr>
            <a:xfrm>
              <a:off x="9371012" y="8466"/>
              <a:ext cx="1219201" cy="6858002"/>
            </a:xfrm>
            <a:prstGeom prst="line">
              <a:avLst/>
            </a:prstGeom>
            <a:noFill/>
            <a:ln w="9525" cap="rnd">
              <a:solidFill>
                <a:schemeClr val="accent1">
                  <a:alpha val="70000"/>
                </a:scheme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6" name="Straight Connector 19"/>
            <p:cNvSpPr/>
            <p:nvPr/>
          </p:nvSpPr>
          <p:spPr>
            <a:xfrm flipH="1">
              <a:off x="7425267" y="3689879"/>
              <a:ext cx="4763559" cy="3176588"/>
            </a:xfrm>
            <a:prstGeom prst="line">
              <a:avLst/>
            </a:prstGeom>
            <a:noFill/>
            <a:ln w="9525" cap="rnd">
              <a:solidFill>
                <a:schemeClr val="accent1">
                  <a:alpha val="70000"/>
                </a:scheme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7" name="Rectangle 23"/>
            <p:cNvSpPr/>
            <p:nvPr/>
          </p:nvSpPr>
          <p:spPr>
            <a:xfrm>
              <a:off x="9181476" y="0"/>
              <a:ext cx="3007350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4692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8" name="Rectangle 25"/>
            <p:cNvSpPr/>
            <p:nvPr/>
          </p:nvSpPr>
          <p:spPr>
            <a:xfrm>
              <a:off x="9603441" y="0"/>
              <a:ext cx="2588560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0092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9" name="Isosceles Triangle 22"/>
            <p:cNvSpPr/>
            <p:nvPr/>
          </p:nvSpPr>
          <p:spPr>
            <a:xfrm>
              <a:off x="8932333" y="3056466"/>
              <a:ext cx="3259668" cy="38100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0" name="Rectangle 27"/>
            <p:cNvSpPr/>
            <p:nvPr/>
          </p:nvSpPr>
          <p:spPr>
            <a:xfrm>
              <a:off x="9334500" y="0"/>
              <a:ext cx="2854327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8697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B0E4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1" name="Rectangle 28"/>
            <p:cNvSpPr/>
            <p:nvPr/>
          </p:nvSpPr>
          <p:spPr>
            <a:xfrm>
              <a:off x="10898730" y="0"/>
              <a:ext cx="1290095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7073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17073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2" name="Rectangle 29"/>
            <p:cNvSpPr/>
            <p:nvPr/>
          </p:nvSpPr>
          <p:spPr>
            <a:xfrm>
              <a:off x="10938999" y="0"/>
              <a:ext cx="1249826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9173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36292">
                <a:alpha val="8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3" name="Isosceles Triangle 26"/>
            <p:cNvSpPr/>
            <p:nvPr/>
          </p:nvSpPr>
          <p:spPr>
            <a:xfrm>
              <a:off x="10371666" y="3598333"/>
              <a:ext cx="1817160" cy="326813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35" name="Title Text"/>
          <p:cNvSpPr txBox="1"/>
          <p:nvPr>
            <p:ph type="title"/>
          </p:nvPr>
        </p:nvSpPr>
        <p:spPr>
          <a:xfrm>
            <a:off x="1507067" y="2404534"/>
            <a:ext cx="7766937" cy="1646303"/>
          </a:xfrm>
          <a:prstGeom prst="rect">
            <a:avLst/>
          </a:prstGeom>
        </p:spPr>
        <p:txBody>
          <a:bodyPr anchor="b"/>
          <a:lstStyle>
            <a:lvl1pPr algn="r">
              <a:defRPr sz="5400"/>
            </a:lvl1pPr>
          </a:lstStyle>
          <a:p>
            <a:pPr/>
            <a:r>
              <a:t>Title Text</a:t>
            </a:r>
          </a:p>
        </p:txBody>
      </p:sp>
      <p:sp>
        <p:nvSpPr>
          <p:cNvPr id="36" name="Body Level One…"/>
          <p:cNvSpPr txBox="1"/>
          <p:nvPr>
            <p:ph type="body" sz="quarter" idx="1"/>
          </p:nvPr>
        </p:nvSpPr>
        <p:spPr>
          <a:xfrm>
            <a:off x="1507067" y="4050832"/>
            <a:ext cx="7766937" cy="1096901"/>
          </a:xfrm>
          <a:prstGeom prst="rect">
            <a:avLst/>
          </a:prstGeom>
        </p:spPr>
        <p:txBody>
          <a:bodyPr/>
          <a:lstStyle>
            <a:lvl1pPr marL="0" indent="0" algn="r">
              <a:buClrTx/>
              <a:buSzTx/>
              <a:buNone/>
              <a:defRPr>
                <a:solidFill>
                  <a:srgbClr val="808080"/>
                </a:solidFill>
              </a:defRPr>
            </a:lvl1pPr>
            <a:lvl2pPr marL="0" indent="457200" algn="r">
              <a:buClrTx/>
              <a:buSzTx/>
              <a:buNone/>
              <a:defRPr>
                <a:solidFill>
                  <a:srgbClr val="808080"/>
                </a:solidFill>
              </a:defRPr>
            </a:lvl2pPr>
            <a:lvl3pPr marL="0" indent="914400" algn="r">
              <a:buClrTx/>
              <a:buSzTx/>
              <a:buNone/>
              <a:defRPr>
                <a:solidFill>
                  <a:srgbClr val="808080"/>
                </a:solidFill>
              </a:defRPr>
            </a:lvl3pPr>
            <a:lvl4pPr marL="0" indent="1371600" algn="r">
              <a:buClrTx/>
              <a:buSzTx/>
              <a:buNone/>
              <a:defRPr>
                <a:solidFill>
                  <a:srgbClr val="808080"/>
                </a:solidFill>
              </a:defRPr>
            </a:lvl4pPr>
            <a:lvl5pPr marL="0" indent="1828800" algn="r">
              <a:buClrTx/>
              <a:buSzTx/>
              <a:buNone/>
              <a:defRPr>
                <a:solidFill>
                  <a:srgbClr val="808080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" name="Slide Number"/>
          <p:cNvSpPr txBox="1"/>
          <p:nvPr>
            <p:ph type="sldNum" sz="quarter" idx="2"/>
          </p:nvPr>
        </p:nvSpPr>
        <p:spPr>
          <a:xfrm>
            <a:off x="9049981" y="6114704"/>
            <a:ext cx="224022" cy="218441"/>
          </a:xfrm>
          <a:prstGeom prst="rect">
            <a:avLst/>
          </a:prstGeom>
        </p:spPr>
        <p:txBody>
          <a:bodyPr/>
          <a:lstStyle>
            <a:lvl1pPr defTabSz="457200">
              <a:defRPr sz="900">
                <a:solidFill>
                  <a:schemeClr val="accent1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5" name="Title Text"/>
          <p:cNvSpPr txBox="1"/>
          <p:nvPr>
            <p:ph type="title"/>
          </p:nvPr>
        </p:nvSpPr>
        <p:spPr>
          <a:xfrm>
            <a:off x="677333" y="609600"/>
            <a:ext cx="8596670" cy="13208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6" name="Body Level One…"/>
          <p:cNvSpPr txBox="1"/>
          <p:nvPr>
            <p:ph type="body" sz="half" idx="1"/>
          </p:nvPr>
        </p:nvSpPr>
        <p:spPr>
          <a:xfrm>
            <a:off x="677333" y="2160589"/>
            <a:ext cx="8596670" cy="388077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4" name="Title Text"/>
          <p:cNvSpPr txBox="1"/>
          <p:nvPr>
            <p:ph type="title"/>
          </p:nvPr>
        </p:nvSpPr>
        <p:spPr>
          <a:xfrm>
            <a:off x="677335" y="2700866"/>
            <a:ext cx="8596669" cy="1826582"/>
          </a:xfrm>
          <a:prstGeom prst="rect">
            <a:avLst/>
          </a:prstGeom>
        </p:spPr>
        <p:txBody>
          <a:bodyPr anchor="b"/>
          <a:lstStyle>
            <a:lvl1pPr>
              <a:defRPr sz="4000"/>
            </a:lvl1pPr>
          </a:lstStyle>
          <a:p>
            <a:pPr/>
            <a:r>
              <a:t>Title Text</a:t>
            </a:r>
          </a:p>
        </p:txBody>
      </p:sp>
      <p:sp>
        <p:nvSpPr>
          <p:cNvPr id="55" name="Body Level One…"/>
          <p:cNvSpPr txBox="1"/>
          <p:nvPr>
            <p:ph type="body" sz="quarter" idx="1"/>
          </p:nvPr>
        </p:nvSpPr>
        <p:spPr>
          <a:xfrm>
            <a:off x="677335" y="4527448"/>
            <a:ext cx="8596669" cy="860401"/>
          </a:xfrm>
          <a:prstGeom prst="rect">
            <a:avLst/>
          </a:prstGeom>
        </p:spPr>
        <p:txBody>
          <a:bodyPr/>
          <a:lstStyle>
            <a:lvl1pPr marL="0" indent="0">
              <a:buClrTx/>
              <a:buSzTx/>
              <a:buNone/>
              <a:defRPr sz="2000">
                <a:solidFill>
                  <a:srgbClr val="808080"/>
                </a:solidFill>
              </a:defRPr>
            </a:lvl1pPr>
            <a:lvl2pPr marL="0" indent="457200">
              <a:buClrTx/>
              <a:buSzTx/>
              <a:buNone/>
              <a:defRPr sz="2000">
                <a:solidFill>
                  <a:srgbClr val="808080"/>
                </a:solidFill>
              </a:defRPr>
            </a:lvl2pPr>
            <a:lvl3pPr marL="0" indent="914400">
              <a:buClrTx/>
              <a:buSzTx/>
              <a:buNone/>
              <a:defRPr sz="2000">
                <a:solidFill>
                  <a:srgbClr val="808080"/>
                </a:solidFill>
              </a:defRPr>
            </a:lvl3pPr>
            <a:lvl4pPr marL="0" indent="1371600">
              <a:buClrTx/>
              <a:buSzTx/>
              <a:buNone/>
              <a:defRPr sz="2000">
                <a:solidFill>
                  <a:srgbClr val="808080"/>
                </a:solidFill>
              </a:defRPr>
            </a:lvl4pPr>
            <a:lvl5pPr marL="0" indent="1828800">
              <a:buClrTx/>
              <a:buSzTx/>
              <a:buNone/>
              <a:defRPr sz="2000">
                <a:solidFill>
                  <a:srgbClr val="808080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63" name="Title Text"/>
          <p:cNvSpPr txBox="1"/>
          <p:nvPr>
            <p:ph type="title"/>
          </p:nvPr>
        </p:nvSpPr>
        <p:spPr>
          <a:xfrm>
            <a:off x="677333" y="609600"/>
            <a:ext cx="8596670" cy="13208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4" name="Body Level One…"/>
          <p:cNvSpPr txBox="1"/>
          <p:nvPr>
            <p:ph type="body" sz="quarter" idx="1"/>
          </p:nvPr>
        </p:nvSpPr>
        <p:spPr>
          <a:xfrm>
            <a:off x="677333" y="2160589"/>
            <a:ext cx="4184036" cy="388077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72" name="Title Text"/>
          <p:cNvSpPr txBox="1"/>
          <p:nvPr>
            <p:ph type="title"/>
          </p:nvPr>
        </p:nvSpPr>
        <p:spPr>
          <a:xfrm>
            <a:off x="677333" y="609600"/>
            <a:ext cx="8596670" cy="13208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quarter" idx="1"/>
          </p:nvPr>
        </p:nvSpPr>
        <p:spPr>
          <a:xfrm>
            <a:off x="675744" y="2160983"/>
            <a:ext cx="4185624" cy="576263"/>
          </a:xfrm>
          <a:prstGeom prst="rect">
            <a:avLst/>
          </a:prstGeom>
        </p:spPr>
        <p:txBody>
          <a:bodyPr anchor="b"/>
          <a:lstStyle>
            <a:lvl1pPr marL="0" indent="0">
              <a:buClrTx/>
              <a:buSzTx/>
              <a:buNone/>
              <a:defRPr sz="2400"/>
            </a:lvl1pPr>
            <a:lvl2pPr marL="0" indent="457200">
              <a:buClrTx/>
              <a:buSzTx/>
              <a:buNone/>
              <a:defRPr sz="2400"/>
            </a:lvl2pPr>
            <a:lvl3pPr marL="0" indent="914400">
              <a:buClrTx/>
              <a:buSzTx/>
              <a:buNone/>
              <a:defRPr sz="2400"/>
            </a:lvl3pPr>
            <a:lvl4pPr marL="0" indent="1371600">
              <a:buClrTx/>
              <a:buSzTx/>
              <a:buNone/>
              <a:defRPr sz="2400"/>
            </a:lvl4pPr>
            <a:lvl5pPr marL="0" indent="1828800">
              <a:buClrTx/>
              <a:buSz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4"/>
          <p:cNvSpPr/>
          <p:nvPr>
            <p:ph type="body" sz="quarter" idx="21"/>
          </p:nvPr>
        </p:nvSpPr>
        <p:spPr>
          <a:xfrm>
            <a:off x="5088382" y="2160983"/>
            <a:ext cx="4185619" cy="576263"/>
          </a:xfrm>
          <a:prstGeom prst="rect">
            <a:avLst/>
          </a:prstGeom>
        </p:spPr>
        <p:txBody>
          <a:bodyPr anchor="b"/>
          <a:lstStyle/>
          <a:p>
            <a:pPr marL="0" indent="0">
              <a:buClrTx/>
              <a:buSzTx/>
              <a:buNone/>
              <a:defRPr sz="24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82" name="Title Text"/>
          <p:cNvSpPr txBox="1"/>
          <p:nvPr>
            <p:ph type="title"/>
          </p:nvPr>
        </p:nvSpPr>
        <p:spPr>
          <a:xfrm>
            <a:off x="677333" y="609600"/>
            <a:ext cx="8596670" cy="13208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97" name="Title Text"/>
          <p:cNvSpPr txBox="1"/>
          <p:nvPr>
            <p:ph type="title"/>
          </p:nvPr>
        </p:nvSpPr>
        <p:spPr>
          <a:xfrm>
            <a:off x="677333" y="1498603"/>
            <a:ext cx="3854529" cy="1278467"/>
          </a:xfrm>
          <a:prstGeom prst="rect">
            <a:avLst/>
          </a:prstGeom>
        </p:spPr>
        <p:txBody>
          <a:bodyPr anchor="b"/>
          <a:lstStyle>
            <a:lvl1pPr>
              <a:defRPr sz="2000"/>
            </a:lvl1pPr>
          </a:lstStyle>
          <a:p>
            <a:pPr/>
            <a:r>
              <a:t>Title Text</a:t>
            </a:r>
          </a:p>
        </p:txBody>
      </p:sp>
      <p:sp>
        <p:nvSpPr>
          <p:cNvPr id="98" name="Body Level One…"/>
          <p:cNvSpPr txBox="1"/>
          <p:nvPr>
            <p:ph type="body" sz="half" idx="1"/>
          </p:nvPr>
        </p:nvSpPr>
        <p:spPr>
          <a:xfrm>
            <a:off x="4760460" y="514923"/>
            <a:ext cx="4513543" cy="5526439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9" name="Text Placeholder 3"/>
          <p:cNvSpPr/>
          <p:nvPr>
            <p:ph type="body" sz="quarter" idx="21"/>
          </p:nvPr>
        </p:nvSpPr>
        <p:spPr>
          <a:xfrm>
            <a:off x="677334" y="2777069"/>
            <a:ext cx="3854528" cy="2584450"/>
          </a:xfrm>
          <a:prstGeom prst="rect">
            <a:avLst/>
          </a:prstGeom>
        </p:spPr>
        <p:txBody>
          <a:bodyPr/>
          <a:lstStyle/>
          <a:p>
            <a:pPr marL="0" indent="0">
              <a:buClrTx/>
              <a:buSzTx/>
              <a:buNone/>
              <a:defRPr sz="14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07" name="Title Text"/>
          <p:cNvSpPr txBox="1"/>
          <p:nvPr>
            <p:ph type="title"/>
          </p:nvPr>
        </p:nvSpPr>
        <p:spPr>
          <a:xfrm>
            <a:off x="677333" y="4800600"/>
            <a:ext cx="8596668" cy="566738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pPr/>
            <a:r>
              <a:t>Title Text</a:t>
            </a:r>
          </a:p>
        </p:txBody>
      </p:sp>
      <p:sp>
        <p:nvSpPr>
          <p:cNvPr id="108" name="Picture Placeholder 2"/>
          <p:cNvSpPr/>
          <p:nvPr>
            <p:ph type="pic" sz="half" idx="21"/>
          </p:nvPr>
        </p:nvSpPr>
        <p:spPr>
          <a:xfrm>
            <a:off x="677333" y="609600"/>
            <a:ext cx="8596670" cy="384571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109" name="Body Level One…"/>
          <p:cNvSpPr txBox="1"/>
          <p:nvPr>
            <p:ph type="body" sz="quarter" idx="1"/>
          </p:nvPr>
        </p:nvSpPr>
        <p:spPr>
          <a:xfrm>
            <a:off x="677333" y="5367337"/>
            <a:ext cx="8596668" cy="674025"/>
          </a:xfrm>
          <a:prstGeom prst="rect">
            <a:avLst/>
          </a:prstGeom>
        </p:spPr>
        <p:txBody>
          <a:bodyPr/>
          <a:lstStyle>
            <a:lvl1pPr marL="0" indent="0">
              <a:buClrTx/>
              <a:buSzTx/>
              <a:buNone/>
              <a:defRPr sz="1200"/>
            </a:lvl1pPr>
            <a:lvl2pPr marL="0" indent="457200">
              <a:buClrTx/>
              <a:buSzTx/>
              <a:buNone/>
              <a:defRPr sz="1200"/>
            </a:lvl2pPr>
            <a:lvl3pPr marL="0" indent="914400">
              <a:buClrTx/>
              <a:buSzTx/>
              <a:buNone/>
              <a:defRPr sz="1200"/>
            </a:lvl3pPr>
            <a:lvl4pPr marL="0" indent="1371600">
              <a:buClrTx/>
              <a:buSzTx/>
              <a:buNone/>
              <a:defRPr sz="1200"/>
            </a:lvl4pPr>
            <a:lvl5pPr marL="0" indent="1828800">
              <a:buClrTx/>
              <a:buSzTx/>
              <a:buNone/>
              <a:defRPr sz="1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17" name="Title Text"/>
          <p:cNvSpPr txBox="1"/>
          <p:nvPr>
            <p:ph type="title"/>
          </p:nvPr>
        </p:nvSpPr>
        <p:spPr>
          <a:xfrm>
            <a:off x="677335" y="609600"/>
            <a:ext cx="8596669" cy="3403600"/>
          </a:xfrm>
          <a:prstGeom prst="rect">
            <a:avLst/>
          </a:prstGeom>
        </p:spPr>
        <p:txBody>
          <a:bodyPr anchor="ctr"/>
          <a:lstStyle>
            <a:lvl1pPr>
              <a:defRPr sz="4400"/>
            </a:lvl1pPr>
          </a:lstStyle>
          <a:p>
            <a:pPr/>
            <a:r>
              <a:t>Title Text</a:t>
            </a:r>
          </a:p>
        </p:txBody>
      </p:sp>
      <p:sp>
        <p:nvSpPr>
          <p:cNvPr id="118" name="Body Level One…"/>
          <p:cNvSpPr txBox="1"/>
          <p:nvPr>
            <p:ph type="body" sz="quarter" idx="1"/>
          </p:nvPr>
        </p:nvSpPr>
        <p:spPr>
          <a:xfrm>
            <a:off x="677335" y="4470400"/>
            <a:ext cx="8596669" cy="1570962"/>
          </a:xfrm>
          <a:prstGeom prst="rect">
            <a:avLst/>
          </a:prstGeom>
        </p:spPr>
        <p:txBody>
          <a:bodyPr anchor="ctr"/>
          <a:lstStyle>
            <a:lvl1pPr marL="0" indent="0">
              <a:buClrTx/>
              <a:buSzTx/>
              <a:buNone/>
            </a:lvl1pPr>
            <a:lvl2pPr marL="0" indent="457200">
              <a:buClrTx/>
              <a:buSzTx/>
              <a:buNone/>
            </a:lvl2pPr>
            <a:lvl3pPr marL="0" indent="914400">
              <a:buClrTx/>
              <a:buSzTx/>
              <a:buNone/>
            </a:lvl3pPr>
            <a:lvl4pPr marL="0" indent="1371600">
              <a:buClrTx/>
              <a:buSzTx/>
              <a:buNone/>
            </a:lvl4pPr>
            <a:lvl5pPr marL="0" indent="1828800">
              <a:buClrTx/>
              <a:buSzTx/>
              <a:buNone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26" name="Title Text"/>
          <p:cNvSpPr txBox="1"/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</p:spPr>
        <p:txBody>
          <a:bodyPr anchor="ctr"/>
          <a:lstStyle>
            <a:lvl1pPr>
              <a:defRPr sz="4400"/>
            </a:lvl1pPr>
          </a:lstStyle>
          <a:p>
            <a:pPr/>
            <a:r>
              <a:t>Title Text</a:t>
            </a:r>
          </a:p>
        </p:txBody>
      </p:sp>
      <p:sp>
        <p:nvSpPr>
          <p:cNvPr id="127" name="Body Level One…"/>
          <p:cNvSpPr txBox="1"/>
          <p:nvPr>
            <p:ph type="body" sz="quarter" idx="1"/>
          </p:nvPr>
        </p:nvSpPr>
        <p:spPr>
          <a:xfrm>
            <a:off x="1366138" y="3632200"/>
            <a:ext cx="7224526" cy="381000"/>
          </a:xfrm>
          <a:prstGeom prst="rect">
            <a:avLst/>
          </a:prstGeom>
        </p:spPr>
        <p:txBody>
          <a:bodyPr anchor="ctr"/>
          <a:lstStyle>
            <a:lvl1pPr marL="0" indent="0">
              <a:buClrTx/>
              <a:buSzTx/>
              <a:buNone/>
              <a:defRPr sz="1600">
                <a:solidFill>
                  <a:srgbClr val="808080"/>
                </a:solidFill>
              </a:defRPr>
            </a:lvl1pPr>
            <a:lvl2pPr marL="0" indent="457200">
              <a:buClrTx/>
              <a:buSzTx/>
              <a:buNone/>
              <a:defRPr sz="1600">
                <a:solidFill>
                  <a:srgbClr val="808080"/>
                </a:solidFill>
              </a:defRPr>
            </a:lvl2pPr>
            <a:lvl3pPr marL="0" indent="914400">
              <a:buClrTx/>
              <a:buSzTx/>
              <a:buNone/>
              <a:defRPr sz="1600">
                <a:solidFill>
                  <a:srgbClr val="808080"/>
                </a:solidFill>
              </a:defRPr>
            </a:lvl3pPr>
            <a:lvl4pPr marL="0" indent="1371600">
              <a:buClrTx/>
              <a:buSzTx/>
              <a:buNone/>
              <a:defRPr sz="1600">
                <a:solidFill>
                  <a:srgbClr val="808080"/>
                </a:solidFill>
              </a:defRPr>
            </a:lvl4pPr>
            <a:lvl5pPr marL="0" indent="1828800">
              <a:buClrTx/>
              <a:buSzTx/>
              <a:buNone/>
              <a:defRPr sz="1600">
                <a:solidFill>
                  <a:srgbClr val="808080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8" name="Text Placeholder 2"/>
          <p:cNvSpPr/>
          <p:nvPr>
            <p:ph type="body" sz="quarter" idx="21"/>
          </p:nvPr>
        </p:nvSpPr>
        <p:spPr>
          <a:xfrm>
            <a:off x="677334" y="4470399"/>
            <a:ext cx="8596670" cy="1570964"/>
          </a:xfrm>
          <a:prstGeom prst="rect">
            <a:avLst/>
          </a:prstGeom>
        </p:spPr>
        <p:txBody>
          <a:bodyPr anchor="ctr"/>
          <a:lstStyle/>
          <a:p>
            <a:pPr marL="0" indent="0">
              <a:buClrTx/>
              <a:buSzTx/>
              <a:buNone/>
            </a:pPr>
          </a:p>
        </p:txBody>
      </p:sp>
      <p:sp>
        <p:nvSpPr>
          <p:cNvPr id="129" name="TextBox 23"/>
          <p:cNvSpPr txBox="1"/>
          <p:nvPr/>
        </p:nvSpPr>
        <p:spPr>
          <a:xfrm>
            <a:off x="587589" y="469465"/>
            <a:ext cx="518161" cy="12266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8000">
                <a:solidFill>
                  <a:srgbClr val="9FE0F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“</a:t>
            </a:r>
          </a:p>
        </p:txBody>
      </p:sp>
      <p:sp>
        <p:nvSpPr>
          <p:cNvPr id="130" name="TextBox 24"/>
          <p:cNvSpPr txBox="1"/>
          <p:nvPr/>
        </p:nvSpPr>
        <p:spPr>
          <a:xfrm>
            <a:off x="8938730" y="2565643"/>
            <a:ext cx="518161" cy="12266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8000">
                <a:solidFill>
                  <a:srgbClr val="9FE0F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38" name="Title Text"/>
          <p:cNvSpPr txBox="1"/>
          <p:nvPr>
            <p:ph type="title"/>
          </p:nvPr>
        </p:nvSpPr>
        <p:spPr>
          <a:xfrm>
            <a:off x="677335" y="1931988"/>
            <a:ext cx="8596669" cy="2595461"/>
          </a:xfrm>
          <a:prstGeom prst="rect">
            <a:avLst/>
          </a:prstGeom>
        </p:spPr>
        <p:txBody>
          <a:bodyPr anchor="b"/>
          <a:lstStyle>
            <a:lvl1pPr>
              <a:defRPr sz="4400"/>
            </a:lvl1pPr>
          </a:lstStyle>
          <a:p>
            <a:pPr/>
            <a:r>
              <a:t>Title Text</a:t>
            </a:r>
          </a:p>
        </p:txBody>
      </p:sp>
      <p:sp>
        <p:nvSpPr>
          <p:cNvPr id="139" name="Body Level One…"/>
          <p:cNvSpPr txBox="1"/>
          <p:nvPr>
            <p:ph type="body" sz="quarter" idx="1"/>
          </p:nvPr>
        </p:nvSpPr>
        <p:spPr>
          <a:xfrm>
            <a:off x="677335" y="4527448"/>
            <a:ext cx="8596669" cy="1513915"/>
          </a:xfrm>
          <a:prstGeom prst="rect">
            <a:avLst/>
          </a:prstGeom>
        </p:spPr>
        <p:txBody>
          <a:bodyPr/>
          <a:lstStyle>
            <a:lvl1pPr marL="0" indent="0">
              <a:buClrTx/>
              <a:buSzTx/>
              <a:buNone/>
            </a:lvl1pPr>
            <a:lvl2pPr marL="0" indent="457200">
              <a:buClrTx/>
              <a:buSzTx/>
              <a:buNone/>
            </a:lvl2pPr>
            <a:lvl3pPr marL="0" indent="914400">
              <a:buClrTx/>
              <a:buSzTx/>
              <a:buNone/>
            </a:lvl3pPr>
            <a:lvl4pPr marL="0" indent="1371600">
              <a:buClrTx/>
              <a:buSzTx/>
              <a:buNone/>
            </a:lvl4pPr>
            <a:lvl5pPr marL="0" indent="1828800">
              <a:buClrTx/>
              <a:buSzTx/>
              <a:buNone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47" name="Title Text"/>
          <p:cNvSpPr txBox="1"/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</p:spPr>
        <p:txBody>
          <a:bodyPr anchor="ctr"/>
          <a:lstStyle>
            <a:lvl1pPr>
              <a:defRPr sz="4400"/>
            </a:lvl1pPr>
          </a:lstStyle>
          <a:p>
            <a:pPr/>
            <a:r>
              <a:t>Title Text</a:t>
            </a:r>
          </a:p>
        </p:txBody>
      </p:sp>
      <p:sp>
        <p:nvSpPr>
          <p:cNvPr id="148" name="Body Level One…"/>
          <p:cNvSpPr txBox="1"/>
          <p:nvPr>
            <p:ph type="body" sz="quarter" idx="1"/>
          </p:nvPr>
        </p:nvSpPr>
        <p:spPr>
          <a:xfrm>
            <a:off x="677332" y="4013200"/>
            <a:ext cx="8596670" cy="514249"/>
          </a:xfrm>
          <a:prstGeom prst="rect">
            <a:avLst/>
          </a:prstGeom>
        </p:spPr>
        <p:txBody>
          <a:bodyPr anchor="b"/>
          <a:lstStyle>
            <a:lvl1pPr marL="0" indent="0">
              <a:buClrTx/>
              <a:buSzTx/>
              <a:buNone/>
              <a:defRPr sz="2400"/>
            </a:lvl1pPr>
            <a:lvl2pPr marL="0" indent="457200">
              <a:buClrTx/>
              <a:buSzTx/>
              <a:buNone/>
              <a:defRPr sz="2400"/>
            </a:lvl2pPr>
            <a:lvl3pPr marL="0" indent="914400">
              <a:buClrTx/>
              <a:buSzTx/>
              <a:buNone/>
              <a:defRPr sz="2400"/>
            </a:lvl3pPr>
            <a:lvl4pPr marL="0" indent="1371600">
              <a:buClrTx/>
              <a:buSzTx/>
              <a:buNone/>
              <a:defRPr sz="2400"/>
            </a:lvl4pPr>
            <a:lvl5pPr marL="0" indent="1828800">
              <a:buClrTx/>
              <a:buSz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9" name="Text Placeholder 2"/>
          <p:cNvSpPr/>
          <p:nvPr>
            <p:ph type="body" sz="quarter" idx="21"/>
          </p:nvPr>
        </p:nvSpPr>
        <p:spPr>
          <a:xfrm>
            <a:off x="677334" y="4527448"/>
            <a:ext cx="8596670" cy="1513915"/>
          </a:xfrm>
          <a:prstGeom prst="rect">
            <a:avLst/>
          </a:prstGeom>
        </p:spPr>
        <p:txBody>
          <a:bodyPr/>
          <a:lstStyle/>
          <a:p>
            <a:pPr marL="0" indent="0">
              <a:buClrTx/>
              <a:buSzTx/>
              <a:buNone/>
              <a:defRPr>
                <a:solidFill>
                  <a:srgbClr val="808080"/>
                </a:solidFill>
              </a:defRPr>
            </a:pPr>
          </a:p>
        </p:txBody>
      </p:sp>
      <p:sp>
        <p:nvSpPr>
          <p:cNvPr id="150" name="TextBox 23"/>
          <p:cNvSpPr txBox="1"/>
          <p:nvPr/>
        </p:nvSpPr>
        <p:spPr>
          <a:xfrm>
            <a:off x="587589" y="469465"/>
            <a:ext cx="518161" cy="12266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8000">
                <a:solidFill>
                  <a:srgbClr val="9FE0F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“</a:t>
            </a:r>
          </a:p>
        </p:txBody>
      </p:sp>
      <p:sp>
        <p:nvSpPr>
          <p:cNvPr id="151" name="TextBox 24"/>
          <p:cNvSpPr txBox="1"/>
          <p:nvPr/>
        </p:nvSpPr>
        <p:spPr>
          <a:xfrm>
            <a:off x="8938730" y="2565643"/>
            <a:ext cx="518161" cy="12266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8000">
                <a:solidFill>
                  <a:srgbClr val="9FE0F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59" name="Title Text"/>
          <p:cNvSpPr txBox="1"/>
          <p:nvPr>
            <p:ph type="title"/>
          </p:nvPr>
        </p:nvSpPr>
        <p:spPr>
          <a:xfrm>
            <a:off x="685798" y="609600"/>
            <a:ext cx="8588204" cy="3022600"/>
          </a:xfrm>
          <a:prstGeom prst="rect">
            <a:avLst/>
          </a:prstGeom>
        </p:spPr>
        <p:txBody>
          <a:bodyPr anchor="ctr"/>
          <a:lstStyle>
            <a:lvl1pPr>
              <a:defRPr sz="4400"/>
            </a:lvl1pPr>
          </a:lstStyle>
          <a:p>
            <a:pPr/>
            <a:r>
              <a:t>Title Text</a:t>
            </a:r>
          </a:p>
        </p:txBody>
      </p:sp>
      <p:sp>
        <p:nvSpPr>
          <p:cNvPr id="160" name="Body Level One…"/>
          <p:cNvSpPr txBox="1"/>
          <p:nvPr>
            <p:ph type="body" sz="quarter" idx="1"/>
          </p:nvPr>
        </p:nvSpPr>
        <p:spPr>
          <a:xfrm>
            <a:off x="677332" y="4013200"/>
            <a:ext cx="8596670" cy="514249"/>
          </a:xfrm>
          <a:prstGeom prst="rect">
            <a:avLst/>
          </a:prstGeom>
        </p:spPr>
        <p:txBody>
          <a:bodyPr anchor="b"/>
          <a:lstStyle>
            <a:lvl1pPr marL="0" indent="0">
              <a:buClrTx/>
              <a:buSzTx/>
              <a:buNone/>
              <a:defRPr sz="2400">
                <a:solidFill>
                  <a:schemeClr val="accent1"/>
                </a:solidFill>
              </a:defRPr>
            </a:lvl1pPr>
            <a:lvl2pPr marL="0" indent="457200">
              <a:buClrTx/>
              <a:buSzTx/>
              <a:buNone/>
              <a:defRPr sz="2400">
                <a:solidFill>
                  <a:schemeClr val="accent1"/>
                </a:solidFill>
              </a:defRPr>
            </a:lvl2pPr>
            <a:lvl3pPr marL="0" indent="914400">
              <a:buClrTx/>
              <a:buSzTx/>
              <a:buNone/>
              <a:defRPr sz="2400">
                <a:solidFill>
                  <a:schemeClr val="accent1"/>
                </a:solidFill>
              </a:defRPr>
            </a:lvl3pPr>
            <a:lvl4pPr marL="0" indent="1371600">
              <a:buClrTx/>
              <a:buSzTx/>
              <a:buNone/>
              <a:defRPr sz="2400">
                <a:solidFill>
                  <a:schemeClr val="accent1"/>
                </a:solidFill>
              </a:defRPr>
            </a:lvl4pPr>
            <a:lvl5pPr marL="0" indent="1828800">
              <a:buClrTx/>
              <a:buSzTx/>
              <a:buNone/>
              <a:defRPr sz="2400">
                <a:solidFill>
                  <a:schemeClr val="accent1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1" name="Text Placeholder 2"/>
          <p:cNvSpPr/>
          <p:nvPr>
            <p:ph type="body" sz="quarter" idx="21"/>
          </p:nvPr>
        </p:nvSpPr>
        <p:spPr>
          <a:xfrm>
            <a:off x="677334" y="4527448"/>
            <a:ext cx="8596670" cy="1513915"/>
          </a:xfrm>
          <a:prstGeom prst="rect">
            <a:avLst/>
          </a:prstGeom>
        </p:spPr>
        <p:txBody>
          <a:bodyPr/>
          <a:lstStyle/>
          <a:p>
            <a:pPr marL="0" indent="0">
              <a:buClrTx/>
              <a:buSzTx/>
              <a:buNone/>
              <a:defRPr>
                <a:solidFill>
                  <a:srgbClr val="808080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roup 43"/>
          <p:cNvGrpSpPr/>
          <p:nvPr/>
        </p:nvGrpSpPr>
        <p:grpSpPr>
          <a:xfrm>
            <a:off x="0" y="-8468"/>
            <a:ext cx="12192001" cy="6866469"/>
            <a:chOff x="0" y="0"/>
            <a:chExt cx="12192000" cy="6866467"/>
          </a:xfrm>
        </p:grpSpPr>
        <p:sp>
          <p:nvSpPr>
            <p:cNvPr id="168" name="Straight Connector 19"/>
            <p:cNvSpPr/>
            <p:nvPr/>
          </p:nvSpPr>
          <p:spPr>
            <a:xfrm>
              <a:off x="9371012" y="8466"/>
              <a:ext cx="1219201" cy="6858002"/>
            </a:xfrm>
            <a:prstGeom prst="line">
              <a:avLst/>
            </a:prstGeom>
            <a:noFill/>
            <a:ln w="9525" cap="rnd">
              <a:solidFill>
                <a:schemeClr val="accent1">
                  <a:alpha val="70000"/>
                </a:scheme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69" name="Straight Connector 20"/>
            <p:cNvSpPr/>
            <p:nvPr/>
          </p:nvSpPr>
          <p:spPr>
            <a:xfrm flipH="1">
              <a:off x="7425267" y="3689879"/>
              <a:ext cx="4763559" cy="3176588"/>
            </a:xfrm>
            <a:prstGeom prst="line">
              <a:avLst/>
            </a:prstGeom>
            <a:noFill/>
            <a:ln w="9525" cap="rnd">
              <a:solidFill>
                <a:schemeClr val="accent1">
                  <a:alpha val="70000"/>
                </a:scheme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0" name="Rectangle 23"/>
            <p:cNvSpPr/>
            <p:nvPr/>
          </p:nvSpPr>
          <p:spPr>
            <a:xfrm>
              <a:off x="9181476" y="0"/>
              <a:ext cx="3007350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4692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1" name="Rectangle 25"/>
            <p:cNvSpPr/>
            <p:nvPr/>
          </p:nvSpPr>
          <p:spPr>
            <a:xfrm>
              <a:off x="9603441" y="0"/>
              <a:ext cx="2588560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0092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2" name="Isosceles Triangle 23"/>
            <p:cNvSpPr/>
            <p:nvPr/>
          </p:nvSpPr>
          <p:spPr>
            <a:xfrm>
              <a:off x="8932333" y="3056466"/>
              <a:ext cx="3259668" cy="38100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3" name="Rectangle 27"/>
            <p:cNvSpPr/>
            <p:nvPr/>
          </p:nvSpPr>
          <p:spPr>
            <a:xfrm>
              <a:off x="9334500" y="0"/>
              <a:ext cx="2854327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8697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B0E4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4" name="Rectangle 28"/>
            <p:cNvSpPr/>
            <p:nvPr/>
          </p:nvSpPr>
          <p:spPr>
            <a:xfrm>
              <a:off x="10898730" y="0"/>
              <a:ext cx="1290095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7073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17073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5" name="Rectangle 29"/>
            <p:cNvSpPr/>
            <p:nvPr/>
          </p:nvSpPr>
          <p:spPr>
            <a:xfrm>
              <a:off x="10938999" y="0"/>
              <a:ext cx="1249826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9173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36292">
                <a:alpha val="8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6" name="Isosceles Triangle 27"/>
            <p:cNvSpPr/>
            <p:nvPr/>
          </p:nvSpPr>
          <p:spPr>
            <a:xfrm>
              <a:off x="10371666" y="3598333"/>
              <a:ext cx="1817160" cy="326813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7" name="Isosceles Triangle 18"/>
            <p:cNvSpPr/>
            <p:nvPr/>
          </p:nvSpPr>
          <p:spPr>
            <a:xfrm>
              <a:off x="-1" y="4021666"/>
              <a:ext cx="448734" cy="284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1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0" name="Body Level One…"/>
          <p:cNvSpPr txBox="1"/>
          <p:nvPr>
            <p:ph type="body" sz="quarter" idx="1"/>
          </p:nvPr>
        </p:nvSpPr>
        <p:spPr>
          <a:xfrm>
            <a:off x="6312870" y="4141999"/>
            <a:ext cx="4220846" cy="861498"/>
          </a:xfrm>
          <a:prstGeom prst="rect">
            <a:avLst/>
          </a:prstGeom>
        </p:spPr>
        <p:txBody>
          <a:bodyPr/>
          <a:lstStyle>
            <a:lvl1pPr marL="0" indent="0">
              <a:buClrTx/>
              <a:buSzTx/>
              <a:buNone/>
              <a:defRPr b="1" sz="2000">
                <a:solidFill>
                  <a:schemeClr val="accent4"/>
                </a:solidFill>
              </a:defRPr>
            </a:lvl1pPr>
            <a:lvl2pPr marL="0" indent="457200">
              <a:buClrTx/>
              <a:buSzTx/>
              <a:buNone/>
              <a:defRPr b="1" sz="2000">
                <a:solidFill>
                  <a:schemeClr val="accent4"/>
                </a:solidFill>
              </a:defRPr>
            </a:lvl2pPr>
            <a:lvl3pPr marL="1240971" indent="-326571">
              <a:buClrTx/>
              <a:defRPr b="1" sz="2000">
                <a:solidFill>
                  <a:schemeClr val="accent4"/>
                </a:solidFill>
              </a:defRPr>
            </a:lvl3pPr>
            <a:lvl4pPr marL="1752600" indent="-381000">
              <a:buClrTx/>
              <a:defRPr b="1" sz="2000">
                <a:solidFill>
                  <a:schemeClr val="accent4"/>
                </a:solidFill>
              </a:defRPr>
            </a:lvl4pPr>
            <a:lvl5pPr marL="2209800" indent="-381000">
              <a:buClrTx/>
              <a:defRPr b="1" sz="2000">
                <a:solidFill>
                  <a:schemeClr val="accent4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1" name="Hexagon 14"/>
          <p:cNvSpPr/>
          <p:nvPr/>
        </p:nvSpPr>
        <p:spPr>
          <a:xfrm>
            <a:off x="740308" y="1382809"/>
            <a:ext cx="1229567" cy="10599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4655" y="0"/>
                </a:lnTo>
                <a:lnTo>
                  <a:pt x="16945" y="0"/>
                </a:lnTo>
                <a:lnTo>
                  <a:pt x="21600" y="10800"/>
                </a:lnTo>
                <a:lnTo>
                  <a:pt x="16945" y="21600"/>
                </a:lnTo>
                <a:lnTo>
                  <a:pt x="4655" y="21600"/>
                </a:ln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Hexagon 15"/>
          <p:cNvSpPr/>
          <p:nvPr/>
        </p:nvSpPr>
        <p:spPr>
          <a:xfrm>
            <a:off x="3755030" y="1194619"/>
            <a:ext cx="1666163" cy="14363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4655" y="0"/>
                </a:lnTo>
                <a:lnTo>
                  <a:pt x="16945" y="0"/>
                </a:lnTo>
                <a:lnTo>
                  <a:pt x="21600" y="10800"/>
                </a:lnTo>
                <a:lnTo>
                  <a:pt x="16945" y="21600"/>
                </a:lnTo>
                <a:lnTo>
                  <a:pt x="4655" y="21600"/>
                </a:ln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Hexagon 16"/>
          <p:cNvSpPr/>
          <p:nvPr/>
        </p:nvSpPr>
        <p:spPr>
          <a:xfrm>
            <a:off x="3804994" y="5233182"/>
            <a:ext cx="718262" cy="61919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4655" y="0"/>
                </a:lnTo>
                <a:lnTo>
                  <a:pt x="16945" y="0"/>
                </a:lnTo>
                <a:lnTo>
                  <a:pt x="21600" y="10800"/>
                </a:lnTo>
                <a:lnTo>
                  <a:pt x="16945" y="21600"/>
                </a:lnTo>
                <a:lnTo>
                  <a:pt x="4655" y="21600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4" name="Hexagon 17"/>
          <p:cNvSpPr/>
          <p:nvPr/>
        </p:nvSpPr>
        <p:spPr>
          <a:xfrm>
            <a:off x="1837838" y="1101306"/>
            <a:ext cx="651614" cy="5617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4655" y="0"/>
                </a:lnTo>
                <a:lnTo>
                  <a:pt x="16945" y="0"/>
                </a:lnTo>
                <a:lnTo>
                  <a:pt x="21600" y="10800"/>
                </a:lnTo>
                <a:lnTo>
                  <a:pt x="16945" y="21600"/>
                </a:lnTo>
                <a:lnTo>
                  <a:pt x="4655" y="21600"/>
                </a:ln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Picture Placeholder 18"/>
          <p:cNvSpPr/>
          <p:nvPr>
            <p:ph type="pic" sz="quarter" idx="21"/>
          </p:nvPr>
        </p:nvSpPr>
        <p:spPr>
          <a:xfrm>
            <a:off x="1571514" y="1914043"/>
            <a:ext cx="3993626" cy="361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186" name="Title Text"/>
          <p:cNvSpPr txBox="1"/>
          <p:nvPr>
            <p:ph type="title"/>
          </p:nvPr>
        </p:nvSpPr>
        <p:spPr>
          <a:xfrm>
            <a:off x="6312870" y="2050551"/>
            <a:ext cx="4998721" cy="1748984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000000"/>
                </a:solidFill>
              </a:defRPr>
            </a:lvl1pPr>
          </a:lstStyle>
          <a:p>
            <a:pPr/>
            <a:r>
              <a:t>Title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94" name="Oval 9"/>
          <p:cNvSpPr/>
          <p:nvPr/>
        </p:nvSpPr>
        <p:spPr>
          <a:xfrm>
            <a:off x="7362825" y="443263"/>
            <a:ext cx="361950" cy="361951"/>
          </a:xfrm>
          <a:prstGeom prst="ellipse">
            <a:avLst/>
          </a:prstGeom>
          <a:solidFill>
            <a:srgbClr val="EBEBE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5"/>
                </a:solidFill>
              </a:defRPr>
            </a:pPr>
          </a:p>
        </p:txBody>
      </p:sp>
      <p:sp>
        <p:nvSpPr>
          <p:cNvPr id="195" name="Oval 13"/>
          <p:cNvSpPr/>
          <p:nvPr/>
        </p:nvSpPr>
        <p:spPr>
          <a:xfrm>
            <a:off x="11007245" y="5605993"/>
            <a:ext cx="654229" cy="654229"/>
          </a:xfrm>
          <a:prstGeom prst="ellipse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5"/>
                </a:solidFill>
              </a:defRPr>
            </a:pPr>
          </a:p>
        </p:txBody>
      </p:sp>
      <p:sp>
        <p:nvSpPr>
          <p:cNvPr id="196" name="Oval 15"/>
          <p:cNvSpPr/>
          <p:nvPr/>
        </p:nvSpPr>
        <p:spPr>
          <a:xfrm>
            <a:off x="10683791" y="6132438"/>
            <a:ext cx="251153" cy="251153"/>
          </a:xfrm>
          <a:prstGeom prst="ellipse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5"/>
                </a:solidFill>
              </a:defRPr>
            </a:pPr>
          </a:p>
        </p:txBody>
      </p:sp>
      <p:sp>
        <p:nvSpPr>
          <p:cNvPr id="197" name="Picture Placeholder 22"/>
          <p:cNvSpPr/>
          <p:nvPr>
            <p:ph type="pic" sz="half" idx="21"/>
          </p:nvPr>
        </p:nvSpPr>
        <p:spPr>
          <a:xfrm>
            <a:off x="5733416" y="624238"/>
            <a:ext cx="5855754" cy="56315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198" name="Body Level One…"/>
          <p:cNvSpPr txBox="1"/>
          <p:nvPr>
            <p:ph type="body" sz="quarter" idx="1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Char char="▪"/>
              <a:defRPr sz="2000"/>
            </a:lvl1pPr>
            <a:lvl2pPr marL="742950" indent="-285750">
              <a:lnSpc>
                <a:spcPct val="150000"/>
              </a:lnSpc>
              <a:buClr>
                <a:schemeClr val="accent4"/>
              </a:buClr>
              <a:buChar char="▪"/>
              <a:defRPr sz="2000"/>
            </a:lvl2pPr>
            <a:lvl3pPr marL="1168400" indent="-254000">
              <a:lnSpc>
                <a:spcPct val="150000"/>
              </a:lnSpc>
              <a:buClr>
                <a:schemeClr val="accent4"/>
              </a:buClr>
              <a:buChar char="▪"/>
              <a:defRPr sz="2000"/>
            </a:lvl3pPr>
            <a:lvl4pPr marL="1625600" indent="-254000">
              <a:lnSpc>
                <a:spcPct val="150000"/>
              </a:lnSpc>
              <a:buClr>
                <a:schemeClr val="accent4"/>
              </a:buClr>
              <a:buChar char="▪"/>
              <a:defRPr sz="2000"/>
            </a:lvl4pPr>
            <a:lvl5pPr marL="2082800" indent="-254000">
              <a:lnSpc>
                <a:spcPct val="150000"/>
              </a:lnSpc>
              <a:buClr>
                <a:schemeClr val="accent4"/>
              </a:buClr>
              <a:buChar char="▪"/>
              <a:defRPr sz="2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9" name="Title Text"/>
          <p:cNvSpPr txBox="1"/>
          <p:nvPr>
            <p:ph type="title"/>
          </p:nvPr>
        </p:nvSpPr>
        <p:spPr>
          <a:xfrm>
            <a:off x="660400" y="805213"/>
            <a:ext cx="4275138" cy="830998"/>
          </a:xfrm>
          <a:prstGeom prst="rect">
            <a:avLst/>
          </a:prstGeom>
        </p:spPr>
        <p:txBody>
          <a:bodyPr/>
          <a:lstStyle>
            <a:lvl1pPr>
              <a:defRPr b="1" sz="4800">
                <a:solidFill>
                  <a:srgbClr val="000000"/>
                </a:solidFill>
              </a:defRPr>
            </a:lvl1pPr>
          </a:lstStyle>
          <a:p>
            <a:pPr/>
            <a:r>
              <a:t>Title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" name="Group 43"/>
          <p:cNvGrpSpPr/>
          <p:nvPr/>
        </p:nvGrpSpPr>
        <p:grpSpPr>
          <a:xfrm>
            <a:off x="0" y="-8468"/>
            <a:ext cx="12192001" cy="6866469"/>
            <a:chOff x="0" y="0"/>
            <a:chExt cx="12192000" cy="6866467"/>
          </a:xfrm>
        </p:grpSpPr>
        <p:sp>
          <p:nvSpPr>
            <p:cNvPr id="206" name="Straight Connector 19"/>
            <p:cNvSpPr/>
            <p:nvPr/>
          </p:nvSpPr>
          <p:spPr>
            <a:xfrm>
              <a:off x="9371012" y="8466"/>
              <a:ext cx="1219201" cy="6858002"/>
            </a:xfrm>
            <a:prstGeom prst="line">
              <a:avLst/>
            </a:prstGeom>
            <a:noFill/>
            <a:ln w="9525" cap="rnd">
              <a:solidFill>
                <a:schemeClr val="accent1">
                  <a:alpha val="70000"/>
                </a:scheme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07" name="Straight Connector 20"/>
            <p:cNvSpPr/>
            <p:nvPr/>
          </p:nvSpPr>
          <p:spPr>
            <a:xfrm flipH="1">
              <a:off x="7425267" y="3689879"/>
              <a:ext cx="4763559" cy="3176588"/>
            </a:xfrm>
            <a:prstGeom prst="line">
              <a:avLst/>
            </a:prstGeom>
            <a:noFill/>
            <a:ln w="9525" cap="rnd">
              <a:solidFill>
                <a:schemeClr val="accent1">
                  <a:alpha val="70000"/>
                </a:scheme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08" name="Rectangle 23"/>
            <p:cNvSpPr/>
            <p:nvPr/>
          </p:nvSpPr>
          <p:spPr>
            <a:xfrm>
              <a:off x="9181476" y="0"/>
              <a:ext cx="3007350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4692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09" name="Rectangle 25"/>
            <p:cNvSpPr/>
            <p:nvPr/>
          </p:nvSpPr>
          <p:spPr>
            <a:xfrm>
              <a:off x="9603441" y="0"/>
              <a:ext cx="2588560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0092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0" name="Isosceles Triangle 23"/>
            <p:cNvSpPr/>
            <p:nvPr/>
          </p:nvSpPr>
          <p:spPr>
            <a:xfrm>
              <a:off x="8932333" y="3056466"/>
              <a:ext cx="3259668" cy="38100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1" name="Rectangle 27"/>
            <p:cNvSpPr/>
            <p:nvPr/>
          </p:nvSpPr>
          <p:spPr>
            <a:xfrm>
              <a:off x="9334500" y="0"/>
              <a:ext cx="2854327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8697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B0E4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2" name="Rectangle 28"/>
            <p:cNvSpPr/>
            <p:nvPr/>
          </p:nvSpPr>
          <p:spPr>
            <a:xfrm>
              <a:off x="10898730" y="0"/>
              <a:ext cx="1290095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7073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17073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3" name="Rectangle 29"/>
            <p:cNvSpPr/>
            <p:nvPr/>
          </p:nvSpPr>
          <p:spPr>
            <a:xfrm>
              <a:off x="10938999" y="0"/>
              <a:ext cx="1249826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9173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36292">
                <a:alpha val="8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4" name="Isosceles Triangle 27"/>
            <p:cNvSpPr/>
            <p:nvPr/>
          </p:nvSpPr>
          <p:spPr>
            <a:xfrm>
              <a:off x="10371666" y="3598333"/>
              <a:ext cx="1817160" cy="326813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5" name="Isosceles Triangle 18"/>
            <p:cNvSpPr/>
            <p:nvPr/>
          </p:nvSpPr>
          <p:spPr>
            <a:xfrm>
              <a:off x="-1" y="4021666"/>
              <a:ext cx="448734" cy="284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2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18" name="Body Level One…"/>
          <p:cNvSpPr txBox="1"/>
          <p:nvPr>
            <p:ph type="body" sz="quarter" idx="1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Char char="▪"/>
              <a:defRPr sz="2000"/>
            </a:lvl1pPr>
            <a:lvl2pPr marL="774700" indent="-317500">
              <a:buClr>
                <a:schemeClr val="accent4"/>
              </a:buClr>
              <a:buChar char="▪"/>
              <a:defRPr sz="2000"/>
            </a:lvl2pPr>
            <a:lvl3pPr marL="1200150" indent="-285750">
              <a:buClr>
                <a:schemeClr val="accent4"/>
              </a:buClr>
              <a:buChar char="▪"/>
              <a:defRPr sz="2000"/>
            </a:lvl3pPr>
            <a:lvl4pPr marL="1657350" indent="-285750">
              <a:buClr>
                <a:schemeClr val="accent4"/>
              </a:buClr>
              <a:buChar char="▪"/>
              <a:defRPr sz="2000"/>
            </a:lvl4pPr>
            <a:lvl5pPr marL="2114550" indent="-285750">
              <a:buClr>
                <a:schemeClr val="accent4"/>
              </a:buClr>
              <a:buChar char="▪"/>
              <a:defRPr sz="2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9" name="Rectangle 18"/>
          <p:cNvSpPr/>
          <p:nvPr/>
        </p:nvSpPr>
        <p:spPr>
          <a:xfrm>
            <a:off x="9346163" y="5697815"/>
            <a:ext cx="457201" cy="457201"/>
          </a:xfrm>
          <a:prstGeom prst="rect">
            <a:avLst/>
          </a:prstGeom>
          <a:solidFill>
            <a:schemeClr val="accent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0" name="Rectangle 20"/>
          <p:cNvSpPr/>
          <p:nvPr/>
        </p:nvSpPr>
        <p:spPr>
          <a:xfrm>
            <a:off x="8827427" y="2490140"/>
            <a:ext cx="319750" cy="319750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Rectangle 22"/>
          <p:cNvSpPr/>
          <p:nvPr/>
        </p:nvSpPr>
        <p:spPr>
          <a:xfrm>
            <a:off x="9354456" y="6190097"/>
            <a:ext cx="179978" cy="179978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Picture Placeholder 10"/>
          <p:cNvSpPr/>
          <p:nvPr>
            <p:ph type="pic" sz="half" idx="21"/>
          </p:nvPr>
        </p:nvSpPr>
        <p:spPr>
          <a:xfrm>
            <a:off x="7727273" y="1427093"/>
            <a:ext cx="4441373" cy="539303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223" name="Title Text"/>
          <p:cNvSpPr txBox="1"/>
          <p:nvPr>
            <p:ph type="title"/>
          </p:nvPr>
        </p:nvSpPr>
        <p:spPr>
          <a:xfrm>
            <a:off x="660400" y="805213"/>
            <a:ext cx="4275138" cy="830998"/>
          </a:xfrm>
          <a:prstGeom prst="rect">
            <a:avLst/>
          </a:prstGeom>
        </p:spPr>
        <p:txBody>
          <a:bodyPr/>
          <a:lstStyle>
            <a:lvl1pPr>
              <a:defRPr b="1" sz="4800">
                <a:solidFill>
                  <a:srgbClr val="000000"/>
                </a:solidFill>
              </a:defRPr>
            </a:lvl1pPr>
          </a:lstStyle>
          <a:p>
            <a:pPr/>
            <a:r>
              <a:t>Title Text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0" name="Group 43"/>
          <p:cNvGrpSpPr/>
          <p:nvPr/>
        </p:nvGrpSpPr>
        <p:grpSpPr>
          <a:xfrm>
            <a:off x="0" y="-8468"/>
            <a:ext cx="12192001" cy="6866469"/>
            <a:chOff x="0" y="0"/>
            <a:chExt cx="12192000" cy="6866467"/>
          </a:xfrm>
        </p:grpSpPr>
        <p:sp>
          <p:nvSpPr>
            <p:cNvPr id="230" name="Straight Connector 19"/>
            <p:cNvSpPr/>
            <p:nvPr/>
          </p:nvSpPr>
          <p:spPr>
            <a:xfrm>
              <a:off x="9371012" y="8466"/>
              <a:ext cx="1219201" cy="6858002"/>
            </a:xfrm>
            <a:prstGeom prst="line">
              <a:avLst/>
            </a:prstGeom>
            <a:noFill/>
            <a:ln w="9525" cap="rnd">
              <a:solidFill>
                <a:schemeClr val="accent1">
                  <a:alpha val="70000"/>
                </a:scheme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31" name="Straight Connector 20"/>
            <p:cNvSpPr/>
            <p:nvPr/>
          </p:nvSpPr>
          <p:spPr>
            <a:xfrm flipH="1">
              <a:off x="7425267" y="3689879"/>
              <a:ext cx="4763559" cy="3176588"/>
            </a:xfrm>
            <a:prstGeom prst="line">
              <a:avLst/>
            </a:prstGeom>
            <a:noFill/>
            <a:ln w="9525" cap="rnd">
              <a:solidFill>
                <a:schemeClr val="accent1">
                  <a:alpha val="70000"/>
                </a:scheme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32" name="Rectangle 23"/>
            <p:cNvSpPr/>
            <p:nvPr/>
          </p:nvSpPr>
          <p:spPr>
            <a:xfrm>
              <a:off x="9181476" y="0"/>
              <a:ext cx="3007350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4692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33" name="Rectangle 25"/>
            <p:cNvSpPr/>
            <p:nvPr/>
          </p:nvSpPr>
          <p:spPr>
            <a:xfrm>
              <a:off x="9603441" y="0"/>
              <a:ext cx="2588560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0092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34" name="Isosceles Triangle 23"/>
            <p:cNvSpPr/>
            <p:nvPr/>
          </p:nvSpPr>
          <p:spPr>
            <a:xfrm>
              <a:off x="8932333" y="3056466"/>
              <a:ext cx="3259668" cy="38100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35" name="Rectangle 27"/>
            <p:cNvSpPr/>
            <p:nvPr/>
          </p:nvSpPr>
          <p:spPr>
            <a:xfrm>
              <a:off x="9334500" y="0"/>
              <a:ext cx="2854327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8697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B0E4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36" name="Rectangle 28"/>
            <p:cNvSpPr/>
            <p:nvPr/>
          </p:nvSpPr>
          <p:spPr>
            <a:xfrm>
              <a:off x="10898730" y="0"/>
              <a:ext cx="1290095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7073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17073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37" name="Rectangle 29"/>
            <p:cNvSpPr/>
            <p:nvPr/>
          </p:nvSpPr>
          <p:spPr>
            <a:xfrm>
              <a:off x="10938999" y="0"/>
              <a:ext cx="1249826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9173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36292">
                <a:alpha val="8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38" name="Isosceles Triangle 27"/>
            <p:cNvSpPr/>
            <p:nvPr/>
          </p:nvSpPr>
          <p:spPr>
            <a:xfrm>
              <a:off x="10371666" y="3598333"/>
              <a:ext cx="1817160" cy="326813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39" name="Isosceles Triangle 18"/>
            <p:cNvSpPr/>
            <p:nvPr/>
          </p:nvSpPr>
          <p:spPr>
            <a:xfrm>
              <a:off x="-1" y="4021666"/>
              <a:ext cx="448734" cy="284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2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42" name="Picture Placeholder 38"/>
          <p:cNvSpPr/>
          <p:nvPr>
            <p:ph type="pic" sz="quarter" idx="21"/>
          </p:nvPr>
        </p:nvSpPr>
        <p:spPr>
          <a:xfrm>
            <a:off x="5353508" y="2555550"/>
            <a:ext cx="1484986" cy="128016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243" name="Picture Placeholder 37"/>
          <p:cNvSpPr/>
          <p:nvPr>
            <p:ph type="pic" sz="quarter" idx="22"/>
          </p:nvPr>
        </p:nvSpPr>
        <p:spPr>
          <a:xfrm>
            <a:off x="3115921" y="2555550"/>
            <a:ext cx="1484986" cy="128016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244" name="Picture Placeholder 39"/>
          <p:cNvSpPr/>
          <p:nvPr>
            <p:ph type="pic" sz="quarter" idx="23"/>
          </p:nvPr>
        </p:nvSpPr>
        <p:spPr>
          <a:xfrm>
            <a:off x="7602464" y="2555550"/>
            <a:ext cx="1484986" cy="128016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245" name="Picture Placeholder 40"/>
          <p:cNvSpPr/>
          <p:nvPr>
            <p:ph type="pic" sz="quarter" idx="24"/>
          </p:nvPr>
        </p:nvSpPr>
        <p:spPr>
          <a:xfrm>
            <a:off x="9840051" y="2555550"/>
            <a:ext cx="1484986" cy="128016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246" name="Title Text"/>
          <p:cNvSpPr txBox="1"/>
          <p:nvPr>
            <p:ph type="title"/>
          </p:nvPr>
        </p:nvSpPr>
        <p:spPr>
          <a:xfrm>
            <a:off x="431999" y="647700"/>
            <a:ext cx="11340002" cy="700115"/>
          </a:xfrm>
          <a:prstGeom prst="rect">
            <a:avLst/>
          </a:prstGeom>
        </p:spPr>
        <p:txBody>
          <a:bodyPr anchor="ctr"/>
          <a:lstStyle>
            <a:lvl1pPr algn="ctr">
              <a:defRPr b="1" sz="4800">
                <a:solidFill>
                  <a:srgbClr val="000000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47" name="Hexagon 8"/>
          <p:cNvSpPr/>
          <p:nvPr/>
        </p:nvSpPr>
        <p:spPr>
          <a:xfrm>
            <a:off x="546669" y="3467555"/>
            <a:ext cx="458269" cy="3950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4655" y="0"/>
                </a:lnTo>
                <a:lnTo>
                  <a:pt x="16945" y="0"/>
                </a:lnTo>
                <a:lnTo>
                  <a:pt x="21600" y="10800"/>
                </a:lnTo>
                <a:lnTo>
                  <a:pt x="16945" y="21600"/>
                </a:lnTo>
                <a:lnTo>
                  <a:pt x="4655" y="21600"/>
                </a:ln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8" name="Hexagon 9"/>
          <p:cNvSpPr/>
          <p:nvPr/>
        </p:nvSpPr>
        <p:spPr>
          <a:xfrm>
            <a:off x="11113337" y="2394722"/>
            <a:ext cx="358392" cy="3089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4655" y="0"/>
                </a:lnTo>
                <a:lnTo>
                  <a:pt x="16945" y="0"/>
                </a:lnTo>
                <a:lnTo>
                  <a:pt x="21600" y="10800"/>
                </a:lnTo>
                <a:lnTo>
                  <a:pt x="16945" y="21600"/>
                </a:lnTo>
                <a:lnTo>
                  <a:pt x="4655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9" name="Hexagon 10"/>
          <p:cNvSpPr/>
          <p:nvPr/>
        </p:nvSpPr>
        <p:spPr>
          <a:xfrm>
            <a:off x="10882648" y="2202202"/>
            <a:ext cx="230689" cy="1988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10800"/>
                </a:moveTo>
                <a:lnTo>
                  <a:pt x="4655" y="0"/>
                </a:lnTo>
                <a:lnTo>
                  <a:pt x="16945" y="0"/>
                </a:lnTo>
                <a:lnTo>
                  <a:pt x="21600" y="10800"/>
                </a:lnTo>
                <a:lnTo>
                  <a:pt x="16945" y="21600"/>
                </a:lnTo>
                <a:lnTo>
                  <a:pt x="4655" y="21600"/>
                </a:lnTo>
                <a:close/>
              </a:path>
            </a:pathLst>
          </a:custGeom>
          <a:solidFill>
            <a:srgbClr val="EBEBE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0" name="Body Level One…"/>
          <p:cNvSpPr txBox="1"/>
          <p:nvPr>
            <p:ph type="body" sz="quarter" idx="1"/>
          </p:nvPr>
        </p:nvSpPr>
        <p:spPr>
          <a:xfrm>
            <a:off x="546667" y="4172761"/>
            <a:ext cx="2139697" cy="344313"/>
          </a:xfrm>
          <a:prstGeom prst="rect">
            <a:avLst/>
          </a:prstGeom>
        </p:spPr>
        <p:txBody>
          <a:bodyPr/>
          <a:lstStyle>
            <a:lvl1pPr marL="0" indent="0" algn="ctr">
              <a:buClrTx/>
              <a:buSzTx/>
              <a:buNone/>
              <a:defRPr b="1" sz="2000">
                <a:solidFill>
                  <a:schemeClr val="accent4"/>
                </a:solidFill>
              </a:defRPr>
            </a:lvl1pPr>
            <a:lvl2pPr marL="814387" indent="-357187" algn="ctr">
              <a:buClrTx/>
              <a:defRPr b="1" sz="2000">
                <a:solidFill>
                  <a:schemeClr val="accent4"/>
                </a:solidFill>
              </a:defRPr>
            </a:lvl2pPr>
            <a:lvl3pPr marL="1240971" indent="-326571" algn="ctr">
              <a:buClrTx/>
              <a:defRPr b="1" sz="2000">
                <a:solidFill>
                  <a:schemeClr val="accent4"/>
                </a:solidFill>
              </a:defRPr>
            </a:lvl3pPr>
            <a:lvl4pPr marL="1752600" indent="-381000" algn="ctr">
              <a:buClrTx/>
              <a:defRPr b="1" sz="2000">
                <a:solidFill>
                  <a:schemeClr val="accent4"/>
                </a:solidFill>
              </a:defRPr>
            </a:lvl4pPr>
            <a:lvl5pPr marL="2209800" indent="-381000" algn="ctr">
              <a:buClrTx/>
              <a:defRPr b="1" sz="2000">
                <a:solidFill>
                  <a:schemeClr val="accent4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1" name="Text Placeholder 22"/>
          <p:cNvSpPr/>
          <p:nvPr>
            <p:ph type="body" sz="quarter" idx="25"/>
          </p:nvPr>
        </p:nvSpPr>
        <p:spPr>
          <a:xfrm>
            <a:off x="556692" y="4588259"/>
            <a:ext cx="2139696" cy="344313"/>
          </a:xfrm>
          <a:prstGeom prst="rect">
            <a:avLst/>
          </a:prstGeom>
        </p:spPr>
        <p:txBody>
          <a:bodyPr/>
          <a:lstStyle/>
          <a:p>
            <a:pPr marL="0" indent="0" algn="ctr">
              <a:buClrTx/>
              <a:buSzTx/>
              <a:buNone/>
              <a:defRPr sz="1600">
                <a:solidFill>
                  <a:srgbClr val="000000"/>
                </a:solidFill>
              </a:defRPr>
            </a:pPr>
          </a:p>
        </p:txBody>
      </p:sp>
      <p:sp>
        <p:nvSpPr>
          <p:cNvPr id="252" name="Text Placeholder 22"/>
          <p:cNvSpPr/>
          <p:nvPr>
            <p:ph type="body" sz="quarter" idx="26"/>
          </p:nvPr>
        </p:nvSpPr>
        <p:spPr>
          <a:xfrm>
            <a:off x="2789482" y="4172761"/>
            <a:ext cx="2139697" cy="344313"/>
          </a:xfrm>
          <a:prstGeom prst="rect">
            <a:avLst/>
          </a:prstGeom>
        </p:spPr>
        <p:txBody>
          <a:bodyPr/>
          <a:lstStyle/>
          <a:p>
            <a:pPr marL="0" indent="0" algn="ctr">
              <a:buClrTx/>
              <a:buSzTx/>
              <a:buNone/>
              <a:defRPr b="1" sz="2000">
                <a:solidFill>
                  <a:schemeClr val="accent4"/>
                </a:solidFill>
              </a:defRPr>
            </a:pPr>
          </a:p>
        </p:txBody>
      </p:sp>
      <p:sp>
        <p:nvSpPr>
          <p:cNvPr id="253" name="Text Placeholder 22"/>
          <p:cNvSpPr/>
          <p:nvPr>
            <p:ph type="body" sz="quarter" idx="27"/>
          </p:nvPr>
        </p:nvSpPr>
        <p:spPr>
          <a:xfrm>
            <a:off x="2789483" y="4588259"/>
            <a:ext cx="2139697" cy="344313"/>
          </a:xfrm>
          <a:prstGeom prst="rect">
            <a:avLst/>
          </a:prstGeom>
        </p:spPr>
        <p:txBody>
          <a:bodyPr/>
          <a:lstStyle/>
          <a:p>
            <a:pPr marL="0" indent="0" algn="ctr">
              <a:buClrTx/>
              <a:buSzTx/>
              <a:buNone/>
              <a:defRPr sz="1600">
                <a:solidFill>
                  <a:srgbClr val="000000"/>
                </a:solidFill>
              </a:defRPr>
            </a:pPr>
          </a:p>
        </p:txBody>
      </p:sp>
      <p:sp>
        <p:nvSpPr>
          <p:cNvPr id="254" name="Text Placeholder 22"/>
          <p:cNvSpPr/>
          <p:nvPr>
            <p:ph type="body" sz="quarter" idx="28"/>
          </p:nvPr>
        </p:nvSpPr>
        <p:spPr>
          <a:xfrm>
            <a:off x="5032295" y="4172761"/>
            <a:ext cx="2139697" cy="344313"/>
          </a:xfrm>
          <a:prstGeom prst="rect">
            <a:avLst/>
          </a:prstGeom>
        </p:spPr>
        <p:txBody>
          <a:bodyPr/>
          <a:lstStyle/>
          <a:p>
            <a:pPr marL="0" indent="0" algn="ctr">
              <a:buClrTx/>
              <a:buSzTx/>
              <a:buNone/>
              <a:defRPr b="1" sz="2000">
                <a:solidFill>
                  <a:schemeClr val="accent4"/>
                </a:solidFill>
              </a:defRPr>
            </a:pPr>
          </a:p>
        </p:txBody>
      </p:sp>
      <p:sp>
        <p:nvSpPr>
          <p:cNvPr id="255" name="Text Placeholder 22"/>
          <p:cNvSpPr/>
          <p:nvPr>
            <p:ph type="body" sz="quarter" idx="29"/>
          </p:nvPr>
        </p:nvSpPr>
        <p:spPr>
          <a:xfrm>
            <a:off x="5029201" y="4588259"/>
            <a:ext cx="2139697" cy="344313"/>
          </a:xfrm>
          <a:prstGeom prst="rect">
            <a:avLst/>
          </a:prstGeom>
        </p:spPr>
        <p:txBody>
          <a:bodyPr/>
          <a:lstStyle/>
          <a:p>
            <a:pPr marL="0" indent="0" algn="ctr">
              <a:buClrTx/>
              <a:buSzTx/>
              <a:buNone/>
              <a:defRPr sz="1600">
                <a:solidFill>
                  <a:srgbClr val="000000"/>
                </a:solidFill>
              </a:defRPr>
            </a:pPr>
          </a:p>
        </p:txBody>
      </p:sp>
      <p:sp>
        <p:nvSpPr>
          <p:cNvPr id="256" name="Text Placeholder 22"/>
          <p:cNvSpPr/>
          <p:nvPr>
            <p:ph type="body" sz="quarter" idx="30"/>
          </p:nvPr>
        </p:nvSpPr>
        <p:spPr>
          <a:xfrm>
            <a:off x="7275110" y="4172761"/>
            <a:ext cx="2139697" cy="344313"/>
          </a:xfrm>
          <a:prstGeom prst="rect">
            <a:avLst/>
          </a:prstGeom>
        </p:spPr>
        <p:txBody>
          <a:bodyPr/>
          <a:lstStyle/>
          <a:p>
            <a:pPr marL="0" indent="0" algn="ctr">
              <a:buClrTx/>
              <a:buSzTx/>
              <a:buNone/>
              <a:defRPr b="1" sz="2000">
                <a:solidFill>
                  <a:schemeClr val="accent4"/>
                </a:solidFill>
              </a:defRPr>
            </a:pPr>
          </a:p>
        </p:txBody>
      </p:sp>
      <p:sp>
        <p:nvSpPr>
          <p:cNvPr id="257" name="Text Placeholder 22"/>
          <p:cNvSpPr/>
          <p:nvPr>
            <p:ph type="body" sz="quarter" idx="31"/>
          </p:nvPr>
        </p:nvSpPr>
        <p:spPr>
          <a:xfrm>
            <a:off x="7275111" y="4588259"/>
            <a:ext cx="2139696" cy="344313"/>
          </a:xfrm>
          <a:prstGeom prst="rect">
            <a:avLst/>
          </a:prstGeom>
        </p:spPr>
        <p:txBody>
          <a:bodyPr/>
          <a:lstStyle/>
          <a:p>
            <a:pPr marL="0" indent="0" algn="ctr">
              <a:buClrTx/>
              <a:buSzTx/>
              <a:buNone/>
              <a:defRPr sz="1600">
                <a:solidFill>
                  <a:srgbClr val="000000"/>
                </a:solidFill>
              </a:defRPr>
            </a:pPr>
          </a:p>
        </p:txBody>
      </p:sp>
      <p:sp>
        <p:nvSpPr>
          <p:cNvPr id="258" name="Text Placeholder 22"/>
          <p:cNvSpPr/>
          <p:nvPr>
            <p:ph type="body" sz="quarter" idx="32"/>
          </p:nvPr>
        </p:nvSpPr>
        <p:spPr>
          <a:xfrm>
            <a:off x="9517922" y="4172761"/>
            <a:ext cx="2139697" cy="344313"/>
          </a:xfrm>
          <a:prstGeom prst="rect">
            <a:avLst/>
          </a:prstGeom>
        </p:spPr>
        <p:txBody>
          <a:bodyPr/>
          <a:lstStyle/>
          <a:p>
            <a:pPr marL="0" indent="0" algn="ctr">
              <a:buClrTx/>
              <a:buSzTx/>
              <a:buNone/>
              <a:defRPr b="1" sz="2000">
                <a:solidFill>
                  <a:schemeClr val="accent4"/>
                </a:solidFill>
              </a:defRPr>
            </a:pPr>
          </a:p>
        </p:txBody>
      </p:sp>
      <p:sp>
        <p:nvSpPr>
          <p:cNvPr id="259" name="Text Placeholder 22"/>
          <p:cNvSpPr/>
          <p:nvPr>
            <p:ph type="body" sz="quarter" idx="33"/>
          </p:nvPr>
        </p:nvSpPr>
        <p:spPr>
          <a:xfrm>
            <a:off x="9517922" y="4588259"/>
            <a:ext cx="2139697" cy="344313"/>
          </a:xfrm>
          <a:prstGeom prst="rect">
            <a:avLst/>
          </a:prstGeom>
        </p:spPr>
        <p:txBody>
          <a:bodyPr/>
          <a:lstStyle/>
          <a:p>
            <a:pPr marL="0" indent="0" algn="ctr">
              <a:buClrTx/>
              <a:buSzTx/>
              <a:buNone/>
              <a:defRPr sz="1600">
                <a:solidFill>
                  <a:srgbClr val="000000"/>
                </a:solidFill>
              </a:defRPr>
            </a:pPr>
          </a:p>
        </p:txBody>
      </p:sp>
      <p:sp>
        <p:nvSpPr>
          <p:cNvPr id="260" name="Picture Placeholder 36"/>
          <p:cNvSpPr/>
          <p:nvPr>
            <p:ph type="pic" sz="quarter" idx="34"/>
          </p:nvPr>
        </p:nvSpPr>
        <p:spPr>
          <a:xfrm>
            <a:off x="878336" y="2555550"/>
            <a:ext cx="1484987" cy="128016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Custom Layou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icture Placeholder 21"/>
          <p:cNvSpPr/>
          <p:nvPr>
            <p:ph type="pic" idx="2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268" name="Rectangle 1"/>
          <p:cNvSpPr/>
          <p:nvPr/>
        </p:nvSpPr>
        <p:spPr>
          <a:xfrm>
            <a:off x="3718559" y="1181123"/>
            <a:ext cx="4754881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 cap="rnd">
            <a:solidFill>
              <a:srgbClr val="FFFFFF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9" name="Body Level One…"/>
          <p:cNvSpPr txBox="1"/>
          <p:nvPr>
            <p:ph type="body" sz="quarter" idx="1" hasCustomPrompt="1"/>
          </p:nvPr>
        </p:nvSpPr>
        <p:spPr>
          <a:xfrm>
            <a:off x="4149138" y="4859468"/>
            <a:ext cx="3924936" cy="490539"/>
          </a:xfrm>
          <a:prstGeom prst="rect">
            <a:avLst/>
          </a:prstGeom>
        </p:spPr>
        <p:txBody>
          <a:bodyPr/>
          <a:lstStyle>
            <a:lvl1pPr algn="r">
              <a:buClrTx/>
              <a:buSzTx/>
              <a:buNone/>
              <a:defRPr b="1" sz="2400">
                <a:solidFill>
                  <a:schemeClr val="accent4"/>
                </a:solidFill>
                <a:latin typeface="+mn-lt"/>
                <a:ea typeface="+mn-ea"/>
                <a:cs typeface="+mn-cs"/>
                <a:sym typeface="Calibri"/>
              </a:defRPr>
            </a:lvl1pPr>
            <a:lvl2pPr marL="342900" indent="114300" algn="r">
              <a:buClrTx/>
              <a:buSzTx/>
              <a:buNone/>
              <a:defRPr b="1" sz="2400">
                <a:solidFill>
                  <a:schemeClr val="accent4"/>
                </a:solidFill>
                <a:latin typeface="+mn-lt"/>
                <a:ea typeface="+mn-ea"/>
                <a:cs typeface="+mn-cs"/>
                <a:sym typeface="Calibri"/>
              </a:defRPr>
            </a:lvl2pPr>
            <a:lvl3pPr marL="1306285" indent="-391885" algn="r">
              <a:buClrTx/>
              <a:defRPr b="1" sz="2400">
                <a:solidFill>
                  <a:schemeClr val="accent4"/>
                </a:solidFill>
                <a:latin typeface="+mn-lt"/>
                <a:ea typeface="+mn-ea"/>
                <a:cs typeface="+mn-cs"/>
                <a:sym typeface="Calibri"/>
              </a:defRPr>
            </a:lvl3pPr>
            <a:lvl4pPr marL="1828800" indent="-457200" algn="r">
              <a:buClrTx/>
              <a:defRPr b="1" sz="2400">
                <a:solidFill>
                  <a:schemeClr val="accent4"/>
                </a:solidFill>
                <a:latin typeface="+mn-lt"/>
                <a:ea typeface="+mn-ea"/>
                <a:cs typeface="+mn-cs"/>
                <a:sym typeface="Calibri"/>
              </a:defRPr>
            </a:lvl4pPr>
            <a:lvl5pPr marL="2286000" indent="-457200" algn="r">
              <a:buClrTx/>
              <a:defRPr b="1" sz="2400">
                <a:solidFill>
                  <a:schemeClr val="accent4"/>
                </a:solidFill>
                <a:latin typeface="+mn-lt"/>
                <a:ea typeface="+mn-ea"/>
                <a:cs typeface="+mn-cs"/>
                <a:sym typeface="Calibri"/>
              </a:defRPr>
            </a:lvl5pPr>
          </a:lstStyle>
          <a:p>
            <a:pPr/>
            <a:r>
              <a:t>Click to edit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70" name="Title Text"/>
          <p:cNvSpPr txBox="1"/>
          <p:nvPr>
            <p:ph type="title"/>
          </p:nvPr>
        </p:nvSpPr>
        <p:spPr>
          <a:xfrm>
            <a:off x="4149138" y="1529685"/>
            <a:ext cx="3924936" cy="1695638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b="1"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71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>
            <a:lvl1pPr defTabSz="457200">
              <a:defRPr sz="900">
                <a:solidFill>
                  <a:schemeClr val="accent1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43"/>
          <p:cNvGrpSpPr/>
          <p:nvPr/>
        </p:nvGrpSpPr>
        <p:grpSpPr>
          <a:xfrm>
            <a:off x="0" y="-8468"/>
            <a:ext cx="12192001" cy="6866469"/>
            <a:chOff x="0" y="0"/>
            <a:chExt cx="12192000" cy="6866467"/>
          </a:xfrm>
        </p:grpSpPr>
        <p:sp>
          <p:nvSpPr>
            <p:cNvPr id="2" name="Straight Connector 19"/>
            <p:cNvSpPr/>
            <p:nvPr/>
          </p:nvSpPr>
          <p:spPr>
            <a:xfrm>
              <a:off x="9371012" y="8466"/>
              <a:ext cx="1219201" cy="6858002"/>
            </a:xfrm>
            <a:prstGeom prst="line">
              <a:avLst/>
            </a:prstGeom>
            <a:noFill/>
            <a:ln w="9525" cap="rnd">
              <a:solidFill>
                <a:schemeClr val="accent1">
                  <a:alpha val="70000"/>
                </a:scheme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" name="Straight Connector 20"/>
            <p:cNvSpPr/>
            <p:nvPr/>
          </p:nvSpPr>
          <p:spPr>
            <a:xfrm flipH="1">
              <a:off x="7425267" y="3689879"/>
              <a:ext cx="4763559" cy="3176588"/>
            </a:xfrm>
            <a:prstGeom prst="line">
              <a:avLst/>
            </a:prstGeom>
            <a:noFill/>
            <a:ln w="9525" cap="rnd">
              <a:solidFill>
                <a:schemeClr val="accent1">
                  <a:alpha val="70000"/>
                </a:schemeClr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4" name="Rectangle 23"/>
            <p:cNvSpPr/>
            <p:nvPr/>
          </p:nvSpPr>
          <p:spPr>
            <a:xfrm>
              <a:off x="9181476" y="0"/>
              <a:ext cx="3007350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4692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5" name="Rectangle 25"/>
            <p:cNvSpPr/>
            <p:nvPr/>
          </p:nvSpPr>
          <p:spPr>
            <a:xfrm>
              <a:off x="9603441" y="0"/>
              <a:ext cx="2588560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0092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6" name="Isosceles Triangle 23"/>
            <p:cNvSpPr/>
            <p:nvPr/>
          </p:nvSpPr>
          <p:spPr>
            <a:xfrm>
              <a:off x="8932333" y="3056466"/>
              <a:ext cx="3259668" cy="38100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7" name="Rectangle 27"/>
            <p:cNvSpPr/>
            <p:nvPr/>
          </p:nvSpPr>
          <p:spPr>
            <a:xfrm>
              <a:off x="9334500" y="0"/>
              <a:ext cx="2854327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8697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B0E4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8" name="Rectangle 28"/>
            <p:cNvSpPr/>
            <p:nvPr/>
          </p:nvSpPr>
          <p:spPr>
            <a:xfrm>
              <a:off x="10898730" y="0"/>
              <a:ext cx="1290095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17073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0" y="21600"/>
                  </a:lnTo>
                  <a:lnTo>
                    <a:pt x="17073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9" name="Rectangle 29"/>
            <p:cNvSpPr/>
            <p:nvPr/>
          </p:nvSpPr>
          <p:spPr>
            <a:xfrm>
              <a:off x="10938999" y="0"/>
              <a:ext cx="1249826" cy="686646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21600"/>
                  </a:lnTo>
                  <a:lnTo>
                    <a:pt x="19173" y="21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36292">
                <a:alpha val="8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0" name="Isosceles Triangle 27"/>
            <p:cNvSpPr/>
            <p:nvPr/>
          </p:nvSpPr>
          <p:spPr>
            <a:xfrm>
              <a:off x="10371666" y="3598333"/>
              <a:ext cx="1817160" cy="326813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rgbClr val="17B0E4">
                <a:alpha val="66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1" name="Isosceles Triangle 18"/>
            <p:cNvSpPr/>
            <p:nvPr/>
          </p:nvSpPr>
          <p:spPr>
            <a:xfrm>
              <a:off x="-1" y="4021666"/>
              <a:ext cx="448734" cy="284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21600"/>
                  </a:moveTo>
                  <a:lnTo>
                    <a:pt x="0" y="0"/>
                  </a:lnTo>
                  <a:lnTo>
                    <a:pt x="21600" y="21600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13" name="Date Placeholder 3"/>
          <p:cNvSpPr txBox="1"/>
          <p:nvPr/>
        </p:nvSpPr>
        <p:spPr>
          <a:xfrm>
            <a:off x="706115" y="6439548"/>
            <a:ext cx="26517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defTabSz="914400">
              <a:defRPr sz="1100">
                <a:solidFill>
                  <a:schemeClr val="accent2"/>
                </a:solidFill>
              </a:defRPr>
            </a:lvl1pPr>
          </a:lstStyle>
          <a:p>
            <a:pPr/>
            <a:r>
              <a:t>9/3/2026</a:t>
            </a:r>
          </a:p>
        </p:txBody>
      </p:sp>
      <p:sp>
        <p:nvSpPr>
          <p:cNvPr id="14" name="Footer Placeholder 4"/>
          <p:cNvSpPr txBox="1"/>
          <p:nvPr/>
        </p:nvSpPr>
        <p:spPr>
          <a:xfrm>
            <a:off x="1491246" y="6439548"/>
            <a:ext cx="4023361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defTabSz="914400">
              <a:defRPr b="1" sz="1100">
                <a:solidFill>
                  <a:schemeClr val="accent2"/>
                </a:solidFill>
              </a:defRPr>
            </a:lvl1pPr>
          </a:lstStyle>
          <a:p>
            <a:pPr/>
            <a:r>
              <a:t>Annual Review</a:t>
            </a:r>
          </a:p>
        </p:txBody>
      </p:sp>
      <p:sp>
        <p:nvSpPr>
          <p:cNvPr id="15" name="Slide Number"/>
          <p:cNvSpPr txBox="1"/>
          <p:nvPr>
            <p:ph type="sldNum" sz="quarter" idx="2"/>
          </p:nvPr>
        </p:nvSpPr>
        <p:spPr>
          <a:xfrm>
            <a:off x="11297876" y="6439548"/>
            <a:ext cx="250662" cy="2438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 defTabSz="914400">
              <a:defRPr sz="1100">
                <a:solidFill>
                  <a:schemeClr val="accent4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16" name="Title Text"/>
          <p:cNvSpPr txBox="1"/>
          <p:nvPr>
            <p:ph type="title"/>
          </p:nvPr>
        </p:nvSpPr>
        <p:spPr>
          <a:xfrm>
            <a:off x="609600" y="274637"/>
            <a:ext cx="10972800" cy="1325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17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p:transition xmlns:p14="http://schemas.microsoft.com/office/powerpoint/2010/main" spd="med" advClick="1"/>
  <p:txStyles>
    <p:titleStyle>
      <a:lvl1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600" u="none">
          <a:solidFill>
            <a:schemeClr val="accent1"/>
          </a:solidFill>
          <a:uFillTx/>
          <a:latin typeface="Trebuchet MS"/>
          <a:ea typeface="Trebuchet MS"/>
          <a:cs typeface="Trebuchet MS"/>
          <a:sym typeface="Trebuchet MS"/>
        </a:defRPr>
      </a:lvl1pPr>
      <a:lvl2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600" u="none">
          <a:solidFill>
            <a:schemeClr val="accent1"/>
          </a:solidFill>
          <a:uFillTx/>
          <a:latin typeface="Trebuchet MS"/>
          <a:ea typeface="Trebuchet MS"/>
          <a:cs typeface="Trebuchet MS"/>
          <a:sym typeface="Trebuchet MS"/>
        </a:defRPr>
      </a:lvl2pPr>
      <a:lvl3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600" u="none">
          <a:solidFill>
            <a:schemeClr val="accent1"/>
          </a:solidFill>
          <a:uFillTx/>
          <a:latin typeface="Trebuchet MS"/>
          <a:ea typeface="Trebuchet MS"/>
          <a:cs typeface="Trebuchet MS"/>
          <a:sym typeface="Trebuchet MS"/>
        </a:defRPr>
      </a:lvl3pPr>
      <a:lvl4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600" u="none">
          <a:solidFill>
            <a:schemeClr val="accent1"/>
          </a:solidFill>
          <a:uFillTx/>
          <a:latin typeface="Trebuchet MS"/>
          <a:ea typeface="Trebuchet MS"/>
          <a:cs typeface="Trebuchet MS"/>
          <a:sym typeface="Trebuchet MS"/>
        </a:defRPr>
      </a:lvl4pPr>
      <a:lvl5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600" u="none">
          <a:solidFill>
            <a:schemeClr val="accent1"/>
          </a:solidFill>
          <a:uFillTx/>
          <a:latin typeface="Trebuchet MS"/>
          <a:ea typeface="Trebuchet MS"/>
          <a:cs typeface="Trebuchet MS"/>
          <a:sym typeface="Trebuchet MS"/>
        </a:defRPr>
      </a:lvl5pPr>
      <a:lvl6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600" u="none">
          <a:solidFill>
            <a:schemeClr val="accent1"/>
          </a:solidFill>
          <a:uFillTx/>
          <a:latin typeface="Trebuchet MS"/>
          <a:ea typeface="Trebuchet MS"/>
          <a:cs typeface="Trebuchet MS"/>
          <a:sym typeface="Trebuchet MS"/>
        </a:defRPr>
      </a:lvl6pPr>
      <a:lvl7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600" u="none">
          <a:solidFill>
            <a:schemeClr val="accent1"/>
          </a:solidFill>
          <a:uFillTx/>
          <a:latin typeface="Trebuchet MS"/>
          <a:ea typeface="Trebuchet MS"/>
          <a:cs typeface="Trebuchet MS"/>
          <a:sym typeface="Trebuchet MS"/>
        </a:defRPr>
      </a:lvl7pPr>
      <a:lvl8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600" u="none">
          <a:solidFill>
            <a:schemeClr val="accent1"/>
          </a:solidFill>
          <a:uFillTx/>
          <a:latin typeface="Trebuchet MS"/>
          <a:ea typeface="Trebuchet MS"/>
          <a:cs typeface="Trebuchet MS"/>
          <a:sym typeface="Trebuchet MS"/>
        </a:defRPr>
      </a:lvl8pPr>
      <a:lvl9pPr marL="0" marR="0" indent="0" algn="l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3600" u="none">
          <a:solidFill>
            <a:schemeClr val="accent1"/>
          </a:solidFill>
          <a:uFillTx/>
          <a:latin typeface="Trebuchet MS"/>
          <a:ea typeface="Trebuchet MS"/>
          <a:cs typeface="Trebuchet MS"/>
          <a:sym typeface="Trebuchet MS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1000"/>
        </a:spcBef>
        <a:spcAft>
          <a:spcPts val="0"/>
        </a:spcAft>
        <a:buClr>
          <a:schemeClr val="accent1"/>
        </a:buClr>
        <a:buSzPct val="80000"/>
        <a:buFontTx/>
        <a:buChar char=""/>
        <a:tabLst/>
        <a:defRPr b="0" baseline="0" cap="none" i="0" spc="0" strike="noStrike" sz="1800" u="none">
          <a:solidFill>
            <a:srgbClr val="404040"/>
          </a:solidFill>
          <a:uFillTx/>
          <a:latin typeface="Trebuchet MS"/>
          <a:ea typeface="Trebuchet MS"/>
          <a:cs typeface="Trebuchet MS"/>
          <a:sym typeface="Trebuchet MS"/>
        </a:defRPr>
      </a:lvl1pPr>
      <a:lvl2pPr marL="778668" marR="0" indent="-321468" algn="l" defTabSz="457200" rtl="0" latinLnBrk="0">
        <a:lnSpc>
          <a:spcPct val="100000"/>
        </a:lnSpc>
        <a:spcBef>
          <a:spcPts val="1000"/>
        </a:spcBef>
        <a:spcAft>
          <a:spcPts val="0"/>
        </a:spcAft>
        <a:buClr>
          <a:schemeClr val="accent1"/>
        </a:buClr>
        <a:buSzPct val="80000"/>
        <a:buFontTx/>
        <a:buChar char=""/>
        <a:tabLst/>
        <a:defRPr b="0" baseline="0" cap="none" i="0" spc="0" strike="noStrike" sz="1800" u="none">
          <a:solidFill>
            <a:srgbClr val="404040"/>
          </a:solidFill>
          <a:uFillTx/>
          <a:latin typeface="Trebuchet MS"/>
          <a:ea typeface="Trebuchet MS"/>
          <a:cs typeface="Trebuchet MS"/>
          <a:sym typeface="Trebuchet MS"/>
        </a:defRPr>
      </a:lvl2pPr>
      <a:lvl3pPr marL="1208314" marR="0" indent="-293914" algn="l" defTabSz="457200" rtl="0" latinLnBrk="0">
        <a:lnSpc>
          <a:spcPct val="100000"/>
        </a:lnSpc>
        <a:spcBef>
          <a:spcPts val="1000"/>
        </a:spcBef>
        <a:spcAft>
          <a:spcPts val="0"/>
        </a:spcAft>
        <a:buClr>
          <a:schemeClr val="accent1"/>
        </a:buClr>
        <a:buSzPct val="80000"/>
        <a:buFontTx/>
        <a:buChar char=""/>
        <a:tabLst/>
        <a:defRPr b="0" baseline="0" cap="none" i="0" spc="0" strike="noStrike" sz="1800" u="none">
          <a:solidFill>
            <a:srgbClr val="404040"/>
          </a:solidFill>
          <a:uFillTx/>
          <a:latin typeface="Trebuchet MS"/>
          <a:ea typeface="Trebuchet MS"/>
          <a:cs typeface="Trebuchet MS"/>
          <a:sym typeface="Trebuchet MS"/>
        </a:defRPr>
      </a:lvl3pPr>
      <a:lvl4pPr marL="1714500" marR="0" indent="-342900" algn="l" defTabSz="457200" rtl="0" latinLnBrk="0">
        <a:lnSpc>
          <a:spcPct val="100000"/>
        </a:lnSpc>
        <a:spcBef>
          <a:spcPts val="1000"/>
        </a:spcBef>
        <a:spcAft>
          <a:spcPts val="0"/>
        </a:spcAft>
        <a:buClr>
          <a:schemeClr val="accent1"/>
        </a:buClr>
        <a:buSzPct val="80000"/>
        <a:buFontTx/>
        <a:buChar char=""/>
        <a:tabLst/>
        <a:defRPr b="0" baseline="0" cap="none" i="0" spc="0" strike="noStrike" sz="1800" u="none">
          <a:solidFill>
            <a:srgbClr val="404040"/>
          </a:solidFill>
          <a:uFillTx/>
          <a:latin typeface="Trebuchet MS"/>
          <a:ea typeface="Trebuchet MS"/>
          <a:cs typeface="Trebuchet MS"/>
          <a:sym typeface="Trebuchet MS"/>
        </a:defRPr>
      </a:lvl4pPr>
      <a:lvl5pPr marL="2171700" marR="0" indent="-342900" algn="l" defTabSz="457200" rtl="0" latinLnBrk="0">
        <a:lnSpc>
          <a:spcPct val="100000"/>
        </a:lnSpc>
        <a:spcBef>
          <a:spcPts val="1000"/>
        </a:spcBef>
        <a:spcAft>
          <a:spcPts val="0"/>
        </a:spcAft>
        <a:buClr>
          <a:schemeClr val="accent1"/>
        </a:buClr>
        <a:buSzPct val="80000"/>
        <a:buFontTx/>
        <a:buChar char=""/>
        <a:tabLst/>
        <a:defRPr b="0" baseline="0" cap="none" i="0" spc="0" strike="noStrike" sz="1800" u="none">
          <a:solidFill>
            <a:srgbClr val="404040"/>
          </a:solidFill>
          <a:uFillTx/>
          <a:latin typeface="Trebuchet MS"/>
          <a:ea typeface="Trebuchet MS"/>
          <a:cs typeface="Trebuchet MS"/>
          <a:sym typeface="Trebuchet MS"/>
        </a:defRPr>
      </a:lvl5pPr>
      <a:lvl6pPr marL="2628900" marR="0" indent="-342900" algn="l" defTabSz="457200" rtl="0" latinLnBrk="0">
        <a:lnSpc>
          <a:spcPct val="100000"/>
        </a:lnSpc>
        <a:spcBef>
          <a:spcPts val="1000"/>
        </a:spcBef>
        <a:spcAft>
          <a:spcPts val="0"/>
        </a:spcAft>
        <a:buClr>
          <a:schemeClr val="accent1"/>
        </a:buClr>
        <a:buSzPct val="80000"/>
        <a:buFontTx/>
        <a:buChar char=""/>
        <a:tabLst/>
        <a:defRPr b="0" baseline="0" cap="none" i="0" spc="0" strike="noStrike" sz="1800" u="none">
          <a:solidFill>
            <a:srgbClr val="404040"/>
          </a:solidFill>
          <a:uFillTx/>
          <a:latin typeface="Trebuchet MS"/>
          <a:ea typeface="Trebuchet MS"/>
          <a:cs typeface="Trebuchet MS"/>
          <a:sym typeface="Trebuchet MS"/>
        </a:defRPr>
      </a:lvl6pPr>
      <a:lvl7pPr marL="3086100" marR="0" indent="-342900" algn="l" defTabSz="457200" rtl="0" latinLnBrk="0">
        <a:lnSpc>
          <a:spcPct val="100000"/>
        </a:lnSpc>
        <a:spcBef>
          <a:spcPts val="1000"/>
        </a:spcBef>
        <a:spcAft>
          <a:spcPts val="0"/>
        </a:spcAft>
        <a:buClr>
          <a:schemeClr val="accent1"/>
        </a:buClr>
        <a:buSzPct val="80000"/>
        <a:buFontTx/>
        <a:buChar char=""/>
        <a:tabLst/>
        <a:defRPr b="0" baseline="0" cap="none" i="0" spc="0" strike="noStrike" sz="1800" u="none">
          <a:solidFill>
            <a:srgbClr val="404040"/>
          </a:solidFill>
          <a:uFillTx/>
          <a:latin typeface="Trebuchet MS"/>
          <a:ea typeface="Trebuchet MS"/>
          <a:cs typeface="Trebuchet MS"/>
          <a:sym typeface="Trebuchet MS"/>
        </a:defRPr>
      </a:lvl7pPr>
      <a:lvl8pPr marL="3543300" marR="0" indent="-342900" algn="l" defTabSz="457200" rtl="0" latinLnBrk="0">
        <a:lnSpc>
          <a:spcPct val="100000"/>
        </a:lnSpc>
        <a:spcBef>
          <a:spcPts val="1000"/>
        </a:spcBef>
        <a:spcAft>
          <a:spcPts val="0"/>
        </a:spcAft>
        <a:buClr>
          <a:schemeClr val="accent1"/>
        </a:buClr>
        <a:buSzPct val="80000"/>
        <a:buFontTx/>
        <a:buChar char=""/>
        <a:tabLst/>
        <a:defRPr b="0" baseline="0" cap="none" i="0" spc="0" strike="noStrike" sz="1800" u="none">
          <a:solidFill>
            <a:srgbClr val="404040"/>
          </a:solidFill>
          <a:uFillTx/>
          <a:latin typeface="Trebuchet MS"/>
          <a:ea typeface="Trebuchet MS"/>
          <a:cs typeface="Trebuchet MS"/>
          <a:sym typeface="Trebuchet MS"/>
        </a:defRPr>
      </a:lvl8pPr>
      <a:lvl9pPr marL="4000500" marR="0" indent="-342900" algn="l" defTabSz="457200" rtl="0" latinLnBrk="0">
        <a:lnSpc>
          <a:spcPct val="100000"/>
        </a:lnSpc>
        <a:spcBef>
          <a:spcPts val="1000"/>
        </a:spcBef>
        <a:spcAft>
          <a:spcPts val="0"/>
        </a:spcAft>
        <a:buClr>
          <a:schemeClr val="accent1"/>
        </a:buClr>
        <a:buSzPct val="80000"/>
        <a:buFontTx/>
        <a:buChar char=""/>
        <a:tabLst/>
        <a:defRPr b="0" baseline="0" cap="none" i="0" spc="0" strike="noStrike" sz="1800" u="none">
          <a:solidFill>
            <a:srgbClr val="404040"/>
          </a:solidFill>
          <a:uFillTx/>
          <a:latin typeface="Trebuchet MS"/>
          <a:ea typeface="Trebuchet MS"/>
          <a:cs typeface="Trebuchet MS"/>
          <a:sym typeface="Trebuchet MS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Trebuchet MS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Trebuchet MS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Trebuchet MS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Trebuchet MS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Trebuchet MS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Trebuchet MS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Trebuchet MS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Trebuchet MS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Trebuchet M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5.png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lide Number Placeholder 5"/>
          <p:cNvSpPr txBox="1"/>
          <p:nvPr>
            <p:ph type="sldNum" sz="quarter" idx="2"/>
          </p:nvPr>
        </p:nvSpPr>
        <p:spPr>
          <a:xfrm>
            <a:off x="11371137" y="6439548"/>
            <a:ext cx="177401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281" name="Title 3"/>
          <p:cNvSpPr txBox="1"/>
          <p:nvPr>
            <p:ph type="title"/>
          </p:nvPr>
        </p:nvSpPr>
        <p:spPr>
          <a:xfrm>
            <a:off x="432136" y="2859672"/>
            <a:ext cx="6517970" cy="743449"/>
          </a:xfrm>
          <a:prstGeom prst="rect">
            <a:avLst/>
          </a:prstGeom>
        </p:spPr>
        <p:txBody>
          <a:bodyPr/>
          <a:lstStyle>
            <a:lvl1pPr defTabSz="324611">
              <a:defRPr b="1" sz="2556" u="sng">
                <a:solidFill>
                  <a:srgbClr val="102C57"/>
                </a:solidFill>
              </a:defRPr>
            </a:lvl1pPr>
          </a:lstStyle>
          <a:p>
            <a:pPr/>
            <a:r>
              <a:t>Seasonal Agriculture Performance Analysis</a:t>
            </a:r>
          </a:p>
        </p:txBody>
      </p:sp>
      <p:sp>
        <p:nvSpPr>
          <p:cNvPr id="282" name="TextBox 2"/>
          <p:cNvSpPr txBox="1"/>
          <p:nvPr/>
        </p:nvSpPr>
        <p:spPr>
          <a:xfrm>
            <a:off x="499862" y="5128616"/>
            <a:ext cx="3327565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defRPr b="1" sz="1600">
                <a:solidFill>
                  <a:srgbClr val="E60000"/>
                </a:solidFill>
              </a:defRPr>
            </a:pPr>
            <a:r>
              <a:t>AICTE STU ID: </a:t>
            </a:r>
            <a:r>
              <a:rPr>
                <a:solidFill>
                  <a:schemeClr val="accent1">
                    <a:satOff val="-34371"/>
                    <a:lumOff val="-13098"/>
                  </a:schemeClr>
                </a:solidFill>
              </a:rPr>
              <a:t>STU6a6304b05a2761784874160</a:t>
            </a:r>
          </a:p>
          <a:p>
            <a:pPr>
              <a:lnSpc>
                <a:spcPct val="120000"/>
              </a:lnSpc>
              <a:defRPr sz="1400">
                <a:solidFill>
                  <a:srgbClr val="323232"/>
                </a:solidFill>
              </a:defRPr>
            </a:pPr>
            <a:r>
              <a:t>Major Data Analytics Project | VOIS Internship Program</a:t>
            </a:r>
          </a:p>
        </p:txBody>
      </p:sp>
      <p:sp>
        <p:nvSpPr>
          <p:cNvPr id="283" name="Text Placeholder 1"/>
          <p:cNvSpPr txBox="1"/>
          <p:nvPr>
            <p:ph type="body" sz="quarter" idx="1"/>
          </p:nvPr>
        </p:nvSpPr>
        <p:spPr>
          <a:xfrm>
            <a:off x="537910" y="3651585"/>
            <a:ext cx="4777834" cy="861498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323232"/>
                </a:solidFill>
              </a:defRPr>
            </a:pPr>
            <a:r>
              <a:t>Student Name: Vinit Chaurasia</a:t>
            </a:r>
            <a:endParaRPr b="0"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323232"/>
                </a:solidFill>
              </a:defRPr>
            </a:pPr>
            <a:r>
              <a:t>College Name: Asansol Engineering College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" presetID="2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822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822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clickEffect" presetID="10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8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3" dur="500"/>
                                        <p:tgtEl>
                                          <p:spTgt spid="28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Class="entr" nodeType="withEffect" presetSubtype="0" presetID="10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2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16" dur="500"/>
                                        <p:tgtEl>
                                          <p:spTgt spid="2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Class="entr" nodeType="clickEffect" presetID="10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id="21" dur="500"/>
                                        <p:tgtEl>
                                          <p:spTgt spid="2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81" grpId="1"/>
      <p:bldP build="p" bldLvl="1" animBg="1" rev="0" advAuto="0" spid="283" grpId="2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lide Number Placeholder 5"/>
          <p:cNvSpPr txBox="1"/>
          <p:nvPr>
            <p:ph type="sldNum" sz="quarter" idx="2"/>
          </p:nvPr>
        </p:nvSpPr>
        <p:spPr>
          <a:xfrm>
            <a:off x="11371137" y="6439548"/>
            <a:ext cx="177401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286" name="Text Placeholder 1"/>
          <p:cNvSpPr txBox="1"/>
          <p:nvPr>
            <p:ph type="body" idx="1"/>
          </p:nvPr>
        </p:nvSpPr>
        <p:spPr>
          <a:xfrm>
            <a:off x="212641" y="616415"/>
            <a:ext cx="8379435" cy="5882109"/>
          </a:xfrm>
          <a:prstGeom prst="rect">
            <a:avLst/>
          </a:prstGeom>
        </p:spPr>
        <p:txBody>
          <a:bodyPr anchor="ctr"/>
          <a:lstStyle/>
          <a:p>
            <a:pPr marL="336042" indent="-336042" defTabSz="448055">
              <a:lnSpc>
                <a:spcPct val="150000"/>
              </a:lnSpc>
              <a:spcBef>
                <a:spcPts val="900"/>
              </a:spcBef>
              <a:defRPr b="1" sz="1960">
                <a:solidFill>
                  <a:srgbClr val="102C57"/>
                </a:solidFill>
              </a:defRPr>
            </a:pPr>
            <a:r>
              <a:t> Agricultural Context: </a:t>
            </a:r>
            <a:r>
              <a:rPr b="0">
                <a:solidFill>
                  <a:srgbClr val="323232"/>
                </a:solidFill>
              </a:rPr>
              <a:t>Agricultural productivity in India is governed by distinct seasons (Kharif, Rabi, Zaid), resulting in dramatic variations in rainfall, temperature, humidity, and soil moisture.</a:t>
            </a:r>
          </a:p>
          <a:p>
            <a:pPr marL="336042" indent="-336042" defTabSz="448055">
              <a:lnSpc>
                <a:spcPct val="150000"/>
              </a:lnSpc>
              <a:spcBef>
                <a:spcPts val="900"/>
              </a:spcBef>
              <a:defRPr b="1" sz="1960">
                <a:solidFill>
                  <a:srgbClr val="102C57"/>
                </a:solidFill>
              </a:defRPr>
            </a:pPr>
            <a:r>
              <a:t>Core Industry Challenge: </a:t>
            </a:r>
            <a:r>
              <a:rPr b="0">
                <a:solidFill>
                  <a:srgbClr val="323232"/>
                </a:solidFill>
              </a:rPr>
              <a:t>Raw agricultural data does not clearly explain how farm management practices, resource usage (water, fertilizers, pesticides), and economic outcomes interact across seasonal cycles.</a:t>
            </a:r>
          </a:p>
          <a:p>
            <a:pPr marL="336042" indent="-336042" defTabSz="448055">
              <a:lnSpc>
                <a:spcPct val="150000"/>
              </a:lnSpc>
              <a:spcBef>
                <a:spcPts val="900"/>
              </a:spcBef>
              <a:defRPr b="1" sz="1960">
                <a:solidFill>
                  <a:srgbClr val="102C57"/>
                </a:solidFill>
              </a:defRPr>
            </a:pPr>
            <a:r>
              <a:t>Primary Objective: </a:t>
            </a:r>
            <a:r>
              <a:rPr b="0">
                <a:solidFill>
                  <a:srgbClr val="323232"/>
                </a:solidFill>
              </a:rPr>
              <a:t>Analyze 4,000 farm records across 8 states to investigate seasonal performance disparities, identify key yield drivers, assess water efficiency, and map disease/pest vulnerabilities.</a:t>
            </a:r>
          </a:p>
          <a:p>
            <a:pPr marL="336042" indent="-336042" defTabSz="448055">
              <a:lnSpc>
                <a:spcPct val="150000"/>
              </a:lnSpc>
              <a:spcBef>
                <a:spcPts val="900"/>
              </a:spcBef>
              <a:defRPr b="1" sz="1960">
                <a:solidFill>
                  <a:srgbClr val="102C57"/>
                </a:solidFill>
              </a:defRPr>
            </a:pPr>
            <a:r>
              <a:t>Key Questions Addressed: </a:t>
            </a:r>
            <a:r>
              <a:rPr b="0">
                <a:solidFill>
                  <a:srgbClr val="323232"/>
                </a:solidFill>
              </a:rPr>
              <a:t>Which season offers the highest return on investment? How do specific crops perform across seasons? Are observed differences across seasons statistically significant?</a:t>
            </a:r>
          </a:p>
        </p:txBody>
      </p:sp>
      <p:sp>
        <p:nvSpPr>
          <p:cNvPr id="287" name="Title 3"/>
          <p:cNvSpPr txBox="1"/>
          <p:nvPr>
            <p:ph type="title"/>
          </p:nvPr>
        </p:nvSpPr>
        <p:spPr>
          <a:xfrm>
            <a:off x="213926" y="-5700"/>
            <a:ext cx="6995605" cy="790112"/>
          </a:xfrm>
          <a:prstGeom prst="rect">
            <a:avLst/>
          </a:prstGeom>
        </p:spPr>
        <p:txBody>
          <a:bodyPr/>
          <a:lstStyle>
            <a:lvl1pPr>
              <a:defRPr sz="2800" u="sng">
                <a:solidFill>
                  <a:srgbClr val="102C57"/>
                </a:solidFill>
              </a:defRPr>
            </a:lvl1pPr>
          </a:lstStyle>
          <a:p>
            <a:pPr/>
            <a:r>
              <a:t>PROBLEM STATEMENT</a:t>
            </a:r>
          </a:p>
        </p:txBody>
      </p:sp>
      <p:pic>
        <p:nvPicPr>
          <p:cNvPr id="28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995684" y="2930834"/>
            <a:ext cx="2760759" cy="32644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86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86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Class="entr" nodeType="with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p" bldLvl="5" animBg="1" rev="0" advAuto="0" spid="286" grpId="2"/>
      <p:bldP build="whole" bldLvl="1" animBg="1" rev="0" advAuto="0" spid="287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lide Number Placeholder 5"/>
          <p:cNvSpPr txBox="1"/>
          <p:nvPr>
            <p:ph type="sldNum" sz="quarter" idx="2"/>
          </p:nvPr>
        </p:nvSpPr>
        <p:spPr>
          <a:xfrm>
            <a:off x="11371137" y="6439548"/>
            <a:ext cx="177401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291" name="Title 2"/>
          <p:cNvSpPr txBox="1"/>
          <p:nvPr>
            <p:ph type="title"/>
          </p:nvPr>
        </p:nvSpPr>
        <p:spPr>
          <a:xfrm>
            <a:off x="217524" y="-4563"/>
            <a:ext cx="6276110" cy="830998"/>
          </a:xfrm>
          <a:prstGeom prst="rect">
            <a:avLst/>
          </a:prstGeom>
        </p:spPr>
        <p:txBody>
          <a:bodyPr/>
          <a:lstStyle>
            <a:lvl1pPr>
              <a:defRPr sz="2800" u="sng">
                <a:solidFill>
                  <a:srgbClr val="102C57"/>
                </a:solidFill>
              </a:defRPr>
            </a:lvl1pPr>
          </a:lstStyle>
          <a:p>
            <a:pPr/>
            <a:r>
              <a:t>Project Description</a:t>
            </a:r>
          </a:p>
        </p:txBody>
      </p:sp>
      <p:pic>
        <p:nvPicPr>
          <p:cNvPr id="292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0" t="96181" r="0" b="0"/>
          <a:stretch>
            <a:fillRect/>
          </a:stretch>
        </p:blipFill>
        <p:spPr>
          <a:xfrm>
            <a:off x="675956" y="6471920"/>
            <a:ext cx="2143126" cy="193041"/>
          </a:xfrm>
          <a:prstGeom prst="rect">
            <a:avLst/>
          </a:prstGeom>
          <a:ln w="12700">
            <a:miter lim="400000"/>
          </a:ln>
        </p:spPr>
      </p:pic>
      <p:pic>
        <p:nvPicPr>
          <p:cNvPr id="293" name="Picture 5" descr="Picture 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7359" y="6410461"/>
            <a:ext cx="3706253" cy="296093"/>
          </a:xfrm>
          <a:prstGeom prst="rect">
            <a:avLst/>
          </a:prstGeom>
          <a:ln w="12700">
            <a:miter lim="400000"/>
          </a:ln>
        </p:spPr>
      </p:pic>
      <p:sp>
        <p:nvSpPr>
          <p:cNvPr id="294" name="TextBox 9"/>
          <p:cNvSpPr txBox="1"/>
          <p:nvPr/>
        </p:nvSpPr>
        <p:spPr>
          <a:xfrm>
            <a:off x="278623" y="687784"/>
            <a:ext cx="8978952" cy="5958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b="1">
                <a:solidFill>
                  <a:srgbClr val="102C57"/>
                </a:solidFill>
              </a:defRPr>
            </a:pPr>
            <a:r>
              <a:t>Dataset Granularity:</a:t>
            </a:r>
          </a:p>
          <a:p>
            <a:pPr>
              <a:lnSpc>
                <a:spcPct val="150000"/>
              </a:lnSpc>
              <a:defRPr>
                <a:solidFill>
                  <a:srgbClr val="323232"/>
                </a:solidFill>
              </a:defRPr>
            </a:pPr>
            <a:r>
              <a:t>Evaluates 4,000 farm records across 8 Indian States (Maharashtra, Karnataka, Andhra Pradesh, Gujarat, Punjab, Tamil Nadu, Telangana, Madhya Pradesh) spanning 28 physical, operational, and financial features.</a:t>
            </a:r>
          </a:p>
          <a:p>
            <a:pPr>
              <a:lnSpc>
                <a:spcPct val="150000"/>
              </a:lnSpc>
              <a:defRPr b="1">
                <a:solidFill>
                  <a:srgbClr val="102C57"/>
                </a:solidFill>
              </a:defRPr>
            </a:pPr>
            <a:r>
              <a:t>Three-Season Analytical Framework:</a:t>
            </a:r>
          </a:p>
          <a:p>
            <a:pPr>
              <a:lnSpc>
                <a:spcPct val="150000"/>
              </a:lnSpc>
              <a:defRPr>
                <a:solidFill>
                  <a:srgbClr val="323232"/>
                </a:solidFill>
              </a:defRPr>
            </a:pPr>
            <a:r>
              <a:t>• Kharif (Monsoon): High precipitation (avg 849 mm), peak moisture (31.1%), dominant output (5.63 t/ha), elevated pest risk (54.5%).</a:t>
            </a:r>
            <a:br/>
            <a:r>
              <a:t>• Rabi (Winter): Favorable cool climate (avg 23.5°C), stable productivity (5.04 t/ha), dependable cash margins.</a:t>
            </a:r>
            <a:br/>
            <a:r>
              <a:t>• Zaid (Summer): Extreme heat (avg 31.0°C), low rainfall (305 mm), peak water usage (6,420 m³), net deficits.</a:t>
            </a:r>
          </a:p>
          <a:p>
            <a:pPr>
              <a:lnSpc>
                <a:spcPct val="150000"/>
              </a:lnSpc>
              <a:defRPr b="1">
                <a:solidFill>
                  <a:srgbClr val="102C57"/>
                </a:solidFill>
              </a:defRPr>
            </a:pPr>
            <a:r>
              <a:t>End-to-End Analytics Workflow:</a:t>
            </a:r>
          </a:p>
          <a:p>
            <a:pPr>
              <a:lnSpc>
                <a:spcPct val="150000"/>
              </a:lnSpc>
              <a:defRPr>
                <a:solidFill>
                  <a:srgbClr val="323232"/>
                </a:solidFill>
              </a:defRPr>
            </a:pPr>
            <a:r>
              <a:t>Data Quality Auditing -&gt; Median Imputation -&gt; 1.5xIQR Outlier Assessment -&gt; Univariate/Bivariate/Multivariate EDA -&gt; Non-Parametric Hypothesis Testing (Kruskal-Wallis, Chi-Square, Spearman) -&gt; Decision Recommendations.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91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Slide Number Placeholder 5"/>
          <p:cNvSpPr txBox="1"/>
          <p:nvPr>
            <p:ph type="sldNum" sz="quarter" idx="2"/>
          </p:nvPr>
        </p:nvSpPr>
        <p:spPr>
          <a:xfrm>
            <a:off x="11371137" y="6439548"/>
            <a:ext cx="177401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297" name="Text Placeholder 1"/>
          <p:cNvSpPr txBox="1"/>
          <p:nvPr>
            <p:ph type="body" idx="1"/>
          </p:nvPr>
        </p:nvSpPr>
        <p:spPr>
          <a:xfrm>
            <a:off x="173963" y="830217"/>
            <a:ext cx="8964381" cy="5522220"/>
          </a:xfrm>
          <a:prstGeom prst="rect">
            <a:avLst/>
          </a:prstGeom>
        </p:spPr>
        <p:txBody>
          <a:bodyPr/>
          <a:lstStyle/>
          <a:p>
            <a:pPr marL="342899" indent="-342899" algn="just">
              <a:lnSpc>
                <a:spcPct val="150000"/>
              </a:lnSpc>
              <a:defRPr b="1" sz="1900">
                <a:solidFill>
                  <a:srgbClr val="102C57"/>
                </a:solidFill>
              </a:defRPr>
            </a:pPr>
            <a:r>
              <a:t>1. Farmers &amp; Farmer Producer Organizations (FPOs): </a:t>
            </a:r>
            <a:r>
              <a:rPr b="0">
                <a:solidFill>
                  <a:srgbClr val="323232"/>
                </a:solidFill>
              </a:rPr>
              <a:t>Enables data-driven seasonal crop selection to maximize profit margins (e.g. Chilli/Sugarcane) and avoids water-intensive cereal crops during water-deficit Zaid months.</a:t>
            </a:r>
          </a:p>
          <a:p>
            <a:pPr marL="342899" indent="-342899">
              <a:lnSpc>
                <a:spcPct val="150000"/>
              </a:lnSpc>
              <a:defRPr b="1" sz="1900">
                <a:solidFill>
                  <a:srgbClr val="102C57"/>
                </a:solidFill>
              </a:defRPr>
            </a:pPr>
            <a:r>
              <a:t>2. Agricultural Extension Officers &amp; Agronomists: </a:t>
            </a:r>
            <a:r>
              <a:rPr b="0">
                <a:solidFill>
                  <a:srgbClr val="323232"/>
                </a:solidFill>
              </a:rPr>
              <a:t>Provides empirical evidence to advocate for precision micro-irrigation (Drip/Sprinkler) and proactive pest control before monsoon humidity surges.</a:t>
            </a:r>
          </a:p>
          <a:p>
            <a:pPr marL="342899" indent="-342899">
              <a:lnSpc>
                <a:spcPct val="150000"/>
              </a:lnSpc>
              <a:defRPr b="1" sz="1900">
                <a:solidFill>
                  <a:srgbClr val="102C57"/>
                </a:solidFill>
              </a:defRPr>
            </a:pPr>
            <a:r>
              <a:t>3. Policy Makers &amp; Ministry of Agriculture: </a:t>
            </a:r>
            <a:r>
              <a:rPr b="0">
                <a:solidFill>
                  <a:srgbClr val="323232"/>
                </a:solidFill>
              </a:rPr>
              <a:t>Directs targeted irrigation and power subsidies to water-stressed regions, and informs MSP procurement planning based on seasonal supply forecasts.</a:t>
            </a:r>
          </a:p>
          <a:p>
            <a:pPr marL="342899" indent="-342899">
              <a:lnSpc>
                <a:spcPct val="150000"/>
              </a:lnSpc>
              <a:defRPr b="1" sz="1900">
                <a:solidFill>
                  <a:srgbClr val="102C57"/>
                </a:solidFill>
              </a:defRPr>
            </a:pPr>
            <a:r>
              <a:t>4. Agri-Fintech, Banks &amp; Crop Insurance Providers: </a:t>
            </a:r>
            <a:r>
              <a:rPr b="0">
                <a:solidFill>
                  <a:srgbClr val="323232"/>
                </a:solidFill>
              </a:rPr>
              <a:t>Improves agricultural credit scoring, loan risk calibration, and premium pricing based on seasonal farm profitability dynamics.</a:t>
            </a:r>
          </a:p>
        </p:txBody>
      </p:sp>
      <p:sp>
        <p:nvSpPr>
          <p:cNvPr id="298" name="Title 3"/>
          <p:cNvSpPr txBox="1"/>
          <p:nvPr>
            <p:ph type="title"/>
          </p:nvPr>
        </p:nvSpPr>
        <p:spPr>
          <a:xfrm>
            <a:off x="221901" y="-7459"/>
            <a:ext cx="10046072" cy="802642"/>
          </a:xfrm>
          <a:prstGeom prst="rect">
            <a:avLst/>
          </a:prstGeom>
        </p:spPr>
        <p:txBody>
          <a:bodyPr/>
          <a:lstStyle>
            <a:lvl1pPr>
              <a:defRPr sz="3200" u="sng">
                <a:solidFill>
                  <a:srgbClr val="102C57"/>
                </a:solidFill>
              </a:defRPr>
            </a:lvl1pPr>
          </a:lstStyle>
          <a:p>
            <a:pPr/>
            <a:r>
              <a:t>WHO ARE THE END USERS?</a:t>
            </a:r>
          </a:p>
        </p:txBody>
      </p:sp>
      <p:pic>
        <p:nvPicPr>
          <p:cNvPr id="299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21359" y="6176803"/>
            <a:ext cx="2181226" cy="48577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9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97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97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Class="entr" nodeType="with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98" grpId="1"/>
      <p:bldP build="p" bldLvl="5" animBg="1" rev="0" advAuto="0" spid="297" grpId="2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lide Number Placeholder 5"/>
          <p:cNvSpPr txBox="1"/>
          <p:nvPr>
            <p:ph type="sldNum" sz="quarter" idx="2"/>
          </p:nvPr>
        </p:nvSpPr>
        <p:spPr>
          <a:xfrm>
            <a:off x="11371137" y="6439548"/>
            <a:ext cx="177401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pic>
        <p:nvPicPr>
          <p:cNvPr id="302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7359" y="6410461"/>
            <a:ext cx="3706253" cy="296093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1" descr="Pictur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flipH="1">
            <a:off x="-23845" y="3845041"/>
            <a:ext cx="1727201" cy="3010025"/>
          </a:xfrm>
          <a:prstGeom prst="rect">
            <a:avLst/>
          </a:prstGeom>
          <a:ln w="12700">
            <a:miter lim="400000"/>
          </a:ln>
        </p:spPr>
      </p:pic>
      <p:sp>
        <p:nvSpPr>
          <p:cNvPr id="304" name="Text Placeholder 6"/>
          <p:cNvSpPr txBox="1"/>
          <p:nvPr>
            <p:ph type="body" idx="1"/>
          </p:nvPr>
        </p:nvSpPr>
        <p:spPr>
          <a:xfrm>
            <a:off x="299385" y="575047"/>
            <a:ext cx="10807447" cy="6292851"/>
          </a:xfrm>
          <a:prstGeom prst="rect">
            <a:avLst/>
          </a:prstGeom>
        </p:spPr>
        <p:txBody>
          <a:bodyPr anchor="ctr"/>
          <a:lstStyle/>
          <a:p>
            <a:pPr marL="342899" indent="-342899">
              <a:defRPr b="1">
                <a:solidFill>
                  <a:srgbClr val="102C57"/>
                </a:solidFill>
              </a:defRPr>
            </a:pPr>
            <a:r>
              <a:t> Data Manipulation &amp; Profiling: </a:t>
            </a:r>
            <a:r>
              <a:rPr b="0">
                <a:solidFill>
                  <a:srgbClr val="323232"/>
                </a:solidFill>
              </a:rPr>
              <a:t>Pandas &amp; NumPy (DataFrames, GroupBy aggregations, missing value median imputation, IQR boundary modeling)</a:t>
            </a:r>
          </a:p>
          <a:p>
            <a:pPr marL="342899" indent="-342899">
              <a:defRPr b="1">
                <a:solidFill>
                  <a:srgbClr val="102C57"/>
                </a:solidFill>
              </a:defRPr>
            </a:pPr>
            <a:r>
              <a:t>Exploratory Data Visualization: </a:t>
            </a:r>
            <a:r>
              <a:rPr b="0">
                <a:solidFill>
                  <a:srgbClr val="323232"/>
                </a:solidFill>
              </a:rPr>
              <a:t>Matplotlib &amp; Seaborn (Statistical heatmaps, grouped bar charts, KDE histograms, boxplots, pairplots)</a:t>
            </a:r>
          </a:p>
          <a:p>
            <a:pPr marL="342899" indent="-342899">
              <a:defRPr b="1">
                <a:solidFill>
                  <a:srgbClr val="102C57"/>
                </a:solidFill>
              </a:defRPr>
            </a:pPr>
            <a:r>
              <a:t>Inferential &amp; Hypothesis Testing: </a:t>
            </a:r>
            <a:r>
              <a:rPr b="0">
                <a:solidFill>
                  <a:srgbClr val="323232"/>
                </a:solidFill>
              </a:rPr>
              <a:t>SciPy.stats (Kruskal-Wallis non-parametric H-tests, Chi-Square contingency analysis, Spearman rank correlation)</a:t>
            </a:r>
          </a:p>
          <a:p>
            <a:pPr marL="342899" indent="-342899">
              <a:defRPr b="1">
                <a:solidFill>
                  <a:srgbClr val="102C57"/>
                </a:solidFill>
              </a:defRPr>
            </a:pPr>
            <a:r>
              <a:t>Environment &amp; Version Control: </a:t>
            </a:r>
            <a:r>
              <a:rPr b="0">
                <a:solidFill>
                  <a:srgbClr val="323232"/>
                </a:solidFill>
              </a:rPr>
              <a:t>Google Colab, Jupyter Notebooks, Git &amp; GitHub for reproducible open-source research</a:t>
            </a:r>
          </a:p>
        </p:txBody>
      </p:sp>
      <p:sp>
        <p:nvSpPr>
          <p:cNvPr id="305" name="Title 8"/>
          <p:cNvSpPr txBox="1"/>
          <p:nvPr>
            <p:ph type="title"/>
          </p:nvPr>
        </p:nvSpPr>
        <p:spPr>
          <a:xfrm>
            <a:off x="212529" y="-1234"/>
            <a:ext cx="5306292" cy="847817"/>
          </a:xfrm>
          <a:prstGeom prst="rect">
            <a:avLst/>
          </a:prstGeom>
        </p:spPr>
        <p:txBody>
          <a:bodyPr/>
          <a:lstStyle>
            <a:lvl1pPr>
              <a:defRPr sz="3200" u="sng">
                <a:solidFill>
                  <a:srgbClr val="102C57"/>
                </a:solidFill>
              </a:defRPr>
            </a:lvl1pPr>
          </a:lstStyle>
          <a:p>
            <a:pPr/>
            <a:r>
              <a:t>Technology Used</a:t>
            </a:r>
          </a:p>
        </p:txBody>
      </p:sp>
      <p:sp>
        <p:nvSpPr>
          <p:cNvPr id="306" name="Programming Language: Python 3.10 (High performance numerical execution &amp; data science ecosystem)"/>
          <p:cNvSpPr txBox="1"/>
          <p:nvPr/>
        </p:nvSpPr>
        <p:spPr>
          <a:xfrm>
            <a:off x="-164378" y="882999"/>
            <a:ext cx="11633038" cy="8216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lvl="1" marL="742950" indent="-285750">
              <a:lnSpc>
                <a:spcPct val="150000"/>
              </a:lnSpc>
              <a:spcBef>
                <a:spcPts val="1000"/>
              </a:spcBef>
              <a:buClr>
                <a:schemeClr val="accent4"/>
              </a:buClr>
              <a:buSzPct val="80000"/>
              <a:buChar char="▪"/>
              <a:defRPr b="1" sz="2000">
                <a:solidFill>
                  <a:srgbClr val="102C57"/>
                </a:solidFill>
              </a:defRPr>
            </a:pPr>
            <a:r>
              <a:t> Programming Language: </a:t>
            </a:r>
            <a:r>
              <a:rPr b="0">
                <a:solidFill>
                  <a:srgbClr val="323232"/>
                </a:solidFill>
              </a:rPr>
              <a:t>Python 3.10 (High performance numerical execution &amp; data science ecosystem)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0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04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04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Class="entr" nodeType="with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3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Class="entr" nodeType="clickEffect" presetSubtype="4" presetID="2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05" grpId="1"/>
      <p:bldP build="p" bldLvl="5" animBg="1" rev="0" advAuto="0" spid="304" grpId="2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Picture 24" descr="Picture 2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0171" y="441183"/>
            <a:ext cx="6853680" cy="2147548"/>
          </a:xfrm>
          <a:prstGeom prst="rect">
            <a:avLst/>
          </a:prstGeom>
          <a:ln w="12700">
            <a:miter lim="400000"/>
          </a:ln>
        </p:spPr>
      </p:pic>
      <p:sp>
        <p:nvSpPr>
          <p:cNvPr id="309" name="Slide Number Placeholder 5"/>
          <p:cNvSpPr txBox="1"/>
          <p:nvPr>
            <p:ph type="sldNum" sz="quarter" idx="2"/>
          </p:nvPr>
        </p:nvSpPr>
        <p:spPr>
          <a:xfrm>
            <a:off x="11371137" y="6439548"/>
            <a:ext cx="177401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pic>
        <p:nvPicPr>
          <p:cNvPr id="310" name="Picture 4" descr="Picture 4"/>
          <p:cNvPicPr>
            <a:picLocks noChangeAspect="1"/>
          </p:cNvPicPr>
          <p:nvPr/>
        </p:nvPicPr>
        <p:blipFill>
          <a:blip r:embed="rId3">
            <a:extLst/>
          </a:blip>
          <a:srcRect l="0" t="96181" r="0" b="0"/>
          <a:stretch>
            <a:fillRect/>
          </a:stretch>
        </p:blipFill>
        <p:spPr>
          <a:xfrm>
            <a:off x="675956" y="6471920"/>
            <a:ext cx="2143126" cy="193041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Title 3"/>
          <p:cNvSpPr txBox="1"/>
          <p:nvPr>
            <p:ph type="title"/>
          </p:nvPr>
        </p:nvSpPr>
        <p:spPr>
          <a:xfrm>
            <a:off x="211499" y="-3154"/>
            <a:ext cx="8406035" cy="830998"/>
          </a:xfrm>
          <a:prstGeom prst="rect">
            <a:avLst/>
          </a:prstGeom>
        </p:spPr>
        <p:txBody>
          <a:bodyPr/>
          <a:lstStyle>
            <a:lvl1pPr defTabSz="443484">
              <a:defRPr sz="2716" u="sng">
                <a:solidFill>
                  <a:srgbClr val="102C57"/>
                </a:solidFill>
              </a:defRPr>
            </a:lvl1pPr>
          </a:lstStyle>
          <a:p>
            <a:pPr/>
            <a:r>
              <a:t>RESULTS: Executive Summary &amp; Seasonal Dynamics</a:t>
            </a:r>
          </a:p>
        </p:txBody>
      </p:sp>
      <p:sp>
        <p:nvSpPr>
          <p:cNvPr id="312" name="TextBox 23"/>
          <p:cNvSpPr txBox="1"/>
          <p:nvPr/>
        </p:nvSpPr>
        <p:spPr>
          <a:xfrm>
            <a:off x="445484" y="2532742"/>
            <a:ext cx="7153303" cy="4314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Kharif (Peak Output): </a:t>
            </a:r>
            <a:r>
              <a:rPr b="0">
                <a:solidFill>
                  <a:srgbClr val="323232"/>
                </a:solidFill>
              </a:rPr>
              <a:t>Generates highest average yield (5.63 t/ha) and net profits (INR 178,914/farm; 51.5% profitable farms) supported by 849.2 mm monsoon rainfall.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Rabi (Seasonal Stability): </a:t>
            </a:r>
            <a:r>
              <a:rPr b="0">
                <a:solidFill>
                  <a:srgbClr val="323232"/>
                </a:solidFill>
              </a:rPr>
              <a:t>Steady productivity (5.04 t/ha) and positive margins (INR 87,689/farm) driven by controlled 23.5°C winter climate and reliable soil moisture.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Zaid (Deficit Period): </a:t>
            </a:r>
            <a:r>
              <a:rPr b="0">
                <a:solidFill>
                  <a:srgbClr val="323232"/>
                </a:solidFill>
              </a:rPr>
              <a:t>Financial stress phase (-INR 24,804/farm) with highest water consumption (6,419.9 m³) due to severe heat (31.0°C) and low rainfall (304.7 mm).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Water Efficiency: </a:t>
            </a:r>
            <a:r>
              <a:rPr b="0">
                <a:solidFill>
                  <a:srgbClr val="323232"/>
                </a:solidFill>
              </a:rPr>
              <a:t>Natural precipitation boosts Kharif water efficiency (5.89 t/1,000 m³), whereas Zaid yields lower output per unit volume of water.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11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4" name="Picture 31" descr="Picture 3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61689" y="469851"/>
            <a:ext cx="8217019" cy="2571276"/>
          </a:xfrm>
          <a:prstGeom prst="rect">
            <a:avLst/>
          </a:prstGeom>
          <a:ln w="12700">
            <a:miter lim="400000"/>
          </a:ln>
        </p:spPr>
      </p:pic>
      <p:sp>
        <p:nvSpPr>
          <p:cNvPr id="315" name="Slide Number Placeholder 5"/>
          <p:cNvSpPr txBox="1"/>
          <p:nvPr>
            <p:ph type="sldNum" sz="quarter" idx="2"/>
          </p:nvPr>
        </p:nvSpPr>
        <p:spPr>
          <a:xfrm>
            <a:off x="11371137" y="6439548"/>
            <a:ext cx="177401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316" name="Title 3"/>
          <p:cNvSpPr txBox="1"/>
          <p:nvPr>
            <p:ph type="title"/>
          </p:nvPr>
        </p:nvSpPr>
        <p:spPr>
          <a:xfrm>
            <a:off x="215228" y="-3154"/>
            <a:ext cx="8758757" cy="1132137"/>
          </a:xfrm>
          <a:prstGeom prst="rect">
            <a:avLst/>
          </a:prstGeom>
        </p:spPr>
        <p:txBody>
          <a:bodyPr/>
          <a:lstStyle>
            <a:lvl1pPr>
              <a:defRPr sz="2800" u="sng">
                <a:solidFill>
                  <a:srgbClr val="102C57"/>
                </a:solidFill>
              </a:defRPr>
            </a:lvl1pPr>
          </a:lstStyle>
          <a:p>
            <a:pPr/>
            <a:r>
              <a:t>RESULTS: Exploratory Data Analysis &amp; Distributions</a:t>
            </a:r>
          </a:p>
        </p:txBody>
      </p:sp>
      <p:sp>
        <p:nvSpPr>
          <p:cNvPr id="317" name="TextBox 30"/>
          <p:cNvSpPr txBox="1"/>
          <p:nvPr/>
        </p:nvSpPr>
        <p:spPr>
          <a:xfrm>
            <a:off x="221550" y="3072363"/>
            <a:ext cx="5212081" cy="2866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Data Quality &amp; Cleaning: </a:t>
            </a:r>
            <a:r>
              <a:rPr b="0">
                <a:solidFill>
                  <a:srgbClr val="323232"/>
                </a:solidFill>
              </a:rPr>
              <a:t>Missingness in Rainfall (1.2%), Soil Moisture (1.0%), and Yield (0.8%) successfully resolved via median imputation. Zero duplicates detected across 4,000 rows.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Skewed Yield Profile: </a:t>
            </a:r>
            <a:r>
              <a:rPr b="0">
                <a:solidFill>
                  <a:srgbClr val="323232"/>
                </a:solidFill>
              </a:rPr>
              <a:t>Agricultural yield is right-skewed (median: 1.74 t/ha vs mean: 5.24 t/ha) due to massive biomass production in Sugarcane (up to 101.4 t/ha).</a:t>
            </a:r>
          </a:p>
        </p:txBody>
      </p:sp>
      <p:sp>
        <p:nvSpPr>
          <p:cNvPr id="318" name="• Profit Distribution: Farm profit ranges from -INR 1.02M to +INR 4.35M (median: INR 3,673), demonstrating wide economic variance across crop types and seasonal windows.…"/>
          <p:cNvSpPr txBox="1"/>
          <p:nvPr/>
        </p:nvSpPr>
        <p:spPr>
          <a:xfrm>
            <a:off x="5764993" y="3049695"/>
            <a:ext cx="5130308" cy="2866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Profit Distribution: </a:t>
            </a:r>
            <a:r>
              <a:rPr b="0">
                <a:solidFill>
                  <a:srgbClr val="323232"/>
                </a:solidFill>
              </a:rPr>
              <a:t>Farm profit ranges from -INR 1.02M to +INR 4.35M (median: INR 3,673), demonstrating wide economic variance across crop types and seasonal windows.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Environmental Consistency: </a:t>
            </a:r>
            <a:r>
              <a:rPr b="0">
                <a:solidFill>
                  <a:srgbClr val="323232"/>
                </a:solidFill>
              </a:rPr>
              <a:t>Rainfall shows multi-modal distribution aligned with monsoon patterns, while Temperature and Humidity are normally distributed.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16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Picture 31" descr="Picture 3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17430" y="430797"/>
            <a:ext cx="7744896" cy="2927363"/>
          </a:xfrm>
          <a:prstGeom prst="rect">
            <a:avLst/>
          </a:prstGeom>
          <a:ln w="12700">
            <a:miter lim="400000"/>
          </a:ln>
        </p:spPr>
      </p:pic>
      <p:sp>
        <p:nvSpPr>
          <p:cNvPr id="321" name="Slide Number Placeholder 5"/>
          <p:cNvSpPr txBox="1"/>
          <p:nvPr>
            <p:ph type="sldNum" sz="quarter" idx="2"/>
          </p:nvPr>
        </p:nvSpPr>
        <p:spPr>
          <a:xfrm>
            <a:off x="11371137" y="6439548"/>
            <a:ext cx="177401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322" name="Title 3"/>
          <p:cNvSpPr txBox="1"/>
          <p:nvPr>
            <p:ph type="title"/>
          </p:nvPr>
        </p:nvSpPr>
        <p:spPr>
          <a:xfrm>
            <a:off x="211499" y="-7560"/>
            <a:ext cx="8356758" cy="1094004"/>
          </a:xfrm>
          <a:prstGeom prst="rect">
            <a:avLst/>
          </a:prstGeom>
        </p:spPr>
        <p:txBody>
          <a:bodyPr/>
          <a:lstStyle>
            <a:lvl1pPr>
              <a:defRPr sz="2800" u="sng">
                <a:solidFill>
                  <a:srgbClr val="102C57"/>
                </a:solidFill>
              </a:defRPr>
            </a:lvl1pPr>
          </a:lstStyle>
          <a:p>
            <a:pPr/>
            <a:r>
              <a:t>RESULTS: Crop-Season Interactions &amp; Heatmaps</a:t>
            </a:r>
          </a:p>
        </p:txBody>
      </p:sp>
      <p:sp>
        <p:nvSpPr>
          <p:cNvPr id="323" name="TextBox 30"/>
          <p:cNvSpPr txBox="1"/>
          <p:nvPr/>
        </p:nvSpPr>
        <p:spPr>
          <a:xfrm>
            <a:off x="274164" y="3295779"/>
            <a:ext cx="5212081" cy="322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Sugarcane Dominance: </a:t>
            </a:r>
            <a:r>
              <a:rPr b="0">
                <a:solidFill>
                  <a:srgbClr val="323232"/>
                </a:solidFill>
              </a:rPr>
              <a:t>Achieves highest physical tonnage across all seasons (Kharif: 53.46 t/ha, Rabi: 43.29 t/ha, Zaid: 38.42 t/ha) and net profits exceeding INR 1.0M.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High-Margin Chilli: </a:t>
            </a:r>
            <a:r>
              <a:rPr b="0">
                <a:solidFill>
                  <a:srgbClr val="323232"/>
                </a:solidFill>
              </a:rPr>
              <a:t>Commands superior farm profit (Kharif: INR 954k, Rabi: INR 638k, Zaid: INR 448k) despite modest yield (~1.5 t/ha), benefiting from premium market price (&gt;INR 90,000/tonne).</a:t>
            </a:r>
          </a:p>
        </p:txBody>
      </p:sp>
      <p:sp>
        <p:nvSpPr>
          <p:cNvPr id="324" name="• Cereal Deficits (Rice &amp; Wheat): Both staple crops suffer negative net profits across multiple seasons (-INR 64k to -INR 227k) due to high input costs relative to market realizations.…"/>
          <p:cNvSpPr txBox="1"/>
          <p:nvPr/>
        </p:nvSpPr>
        <p:spPr>
          <a:xfrm>
            <a:off x="5547127" y="3243061"/>
            <a:ext cx="5417042" cy="2866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Cereal Deficits (Rice &amp; Wheat): </a:t>
            </a:r>
            <a:r>
              <a:rPr b="0">
                <a:solidFill>
                  <a:srgbClr val="323232"/>
                </a:solidFill>
              </a:rPr>
              <a:t>Both staple crops suffer negative net profits across multiple seasons (-INR 64k to -INR 227k) due to high input costs relative to market realizations.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Water Efficiency Matrix: </a:t>
            </a:r>
            <a:r>
              <a:rPr b="0">
                <a:solidFill>
                  <a:srgbClr val="323232"/>
                </a:solidFill>
              </a:rPr>
              <a:t>Sugarcane achieves peak physical efficiency (36.0 t/1,000 m³ in Kharif), whereas Rice requires substantial water volumes for modest physical output.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22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Rounded Rectangle"/>
          <p:cNvSpPr/>
          <p:nvPr/>
        </p:nvSpPr>
        <p:spPr>
          <a:xfrm>
            <a:off x="352036" y="3642470"/>
            <a:ext cx="8959307" cy="2101668"/>
          </a:xfrm>
          <a:prstGeom prst="roundRect">
            <a:avLst>
              <a:gd name="adj" fmla="val 13575"/>
            </a:avLst>
          </a:prstGeom>
          <a:solidFill>
            <a:srgbClr val="FFFFFF"/>
          </a:solidFill>
          <a:ln w="19050" cap="rnd">
            <a:solidFill>
              <a:schemeClr val="accent1"/>
            </a:solidFill>
          </a:ln>
          <a:effectLst>
            <a:outerShdw sx="100000" sy="100000" kx="0" ky="0" algn="b" rotWithShape="0" blurRad="38100" dist="254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/>
          </a:p>
        </p:txBody>
      </p:sp>
      <p:pic>
        <p:nvPicPr>
          <p:cNvPr id="327" name="Picture 31" descr="Picture 31"/>
          <p:cNvPicPr>
            <a:picLocks noChangeAspect="1"/>
          </p:cNvPicPr>
          <p:nvPr/>
        </p:nvPicPr>
        <p:blipFill>
          <a:blip r:embed="rId2">
            <a:extLst/>
          </a:blip>
          <a:srcRect l="659" t="28131" r="676" b="18210"/>
          <a:stretch>
            <a:fillRect/>
          </a:stretch>
        </p:blipFill>
        <p:spPr>
          <a:xfrm>
            <a:off x="521626" y="4014848"/>
            <a:ext cx="8620038" cy="1584898"/>
          </a:xfrm>
          <a:prstGeom prst="rect">
            <a:avLst/>
          </a:prstGeom>
          <a:ln w="12700">
            <a:miter lim="400000"/>
          </a:ln>
        </p:spPr>
      </p:pic>
      <p:sp>
        <p:nvSpPr>
          <p:cNvPr id="328" name="Slide Number Placeholder 5"/>
          <p:cNvSpPr txBox="1"/>
          <p:nvPr>
            <p:ph type="sldNum" sz="quarter" idx="2"/>
          </p:nvPr>
        </p:nvSpPr>
        <p:spPr>
          <a:xfrm>
            <a:off x="11371137" y="6439548"/>
            <a:ext cx="177401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329" name="Title 3"/>
          <p:cNvSpPr txBox="1"/>
          <p:nvPr>
            <p:ph type="title"/>
          </p:nvPr>
        </p:nvSpPr>
        <p:spPr>
          <a:xfrm>
            <a:off x="215228" y="-7560"/>
            <a:ext cx="8136798" cy="912837"/>
          </a:xfrm>
          <a:prstGeom prst="rect">
            <a:avLst/>
          </a:prstGeom>
        </p:spPr>
        <p:txBody>
          <a:bodyPr/>
          <a:lstStyle>
            <a:lvl1pPr>
              <a:defRPr sz="2800" u="sng">
                <a:solidFill>
                  <a:srgbClr val="102C57"/>
                </a:solidFill>
              </a:defRPr>
            </a:lvl1pPr>
          </a:lstStyle>
          <a:p>
            <a:pPr/>
            <a:r>
              <a:t>RESULTS: Statistical Hypothesis Testing</a:t>
            </a:r>
          </a:p>
        </p:txBody>
      </p:sp>
      <p:sp>
        <p:nvSpPr>
          <p:cNvPr id="330" name="TextBox 30"/>
          <p:cNvSpPr txBox="1"/>
          <p:nvPr/>
        </p:nvSpPr>
        <p:spPr>
          <a:xfrm>
            <a:off x="88847" y="589313"/>
            <a:ext cx="9200290" cy="2866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sz="1600">
                <a:solidFill>
                  <a:srgbClr val="323232"/>
                </a:solidFill>
              </a:defRPr>
            </a:pPr>
            <a:r>
              <a:t>Rigorous non-parametric statistical tests were executed to validate that seasonal differences are genuine and statistically significant: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Yield across Seasons (Kruskal-Wallis): </a:t>
            </a:r>
            <a:r>
              <a:rPr b="0">
                <a:solidFill>
                  <a:srgbClr val="323232"/>
                </a:solidFill>
              </a:rPr>
              <a:t>H = 29.41, p = 4.11e-07 -&gt; Statistically Significant. Yield distributions differ significantly across Kharif, Rabi, and Zaid.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Profit across Seasons (Kruskal-Wallis): </a:t>
            </a:r>
            <a:r>
              <a:rPr b="0">
                <a:solidFill>
                  <a:srgbClr val="323232"/>
                </a:solidFill>
              </a:rPr>
              <a:t>H = 58.83, p = 1.68e-13 -&gt; Highly Significant. Farm profit is strongly season-dependent.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Irrigation Method Independence (Chi-Square): </a:t>
            </a:r>
            <a:r>
              <a:rPr b="0">
                <a:solidFill>
                  <a:srgbClr val="323232"/>
                </a:solidFill>
              </a:rPr>
              <a:t>Chi2 = 2.45, p = 0.8738 -&gt; Fail to Reject. Current irrigation method choices do not vary by season, indicating clear modernization opportunities.</a:t>
            </a:r>
          </a:p>
        </p:txBody>
      </p:sp>
      <p:sp>
        <p:nvSpPr>
          <p:cNvPr id="331" name="Formal Statistical Hypothesis Testing Results Summary"/>
          <p:cNvSpPr txBox="1"/>
          <p:nvPr/>
        </p:nvSpPr>
        <p:spPr>
          <a:xfrm>
            <a:off x="2219039" y="3636329"/>
            <a:ext cx="525151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120000"/>
              </a:lnSpc>
              <a:defRPr b="1" sz="1600" u="sng">
                <a:solidFill>
                  <a:srgbClr val="323232"/>
                </a:solidFill>
              </a:defRPr>
            </a:lvl1pPr>
          </a:lstStyle>
          <a:p>
            <a:pPr>
              <a:defRPr>
                <a:solidFill>
                  <a:srgbClr val="102C57"/>
                </a:solidFill>
              </a:defRPr>
            </a:pPr>
            <a:r>
              <a:rPr>
                <a:solidFill>
                  <a:srgbClr val="323232"/>
                </a:solidFill>
              </a:rPr>
              <a:t>Formal Statistical Hypothesis Testing Results Summary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29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Picture 31" descr="Picture 3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6739" y="442092"/>
            <a:ext cx="7659954" cy="2573612"/>
          </a:xfrm>
          <a:prstGeom prst="rect">
            <a:avLst/>
          </a:prstGeom>
          <a:ln w="12700">
            <a:miter lim="400000"/>
          </a:ln>
        </p:spPr>
      </p:pic>
      <p:sp>
        <p:nvSpPr>
          <p:cNvPr id="334" name="Slide Number Placeholder 5"/>
          <p:cNvSpPr txBox="1"/>
          <p:nvPr>
            <p:ph type="sldNum" sz="quarter" idx="2"/>
          </p:nvPr>
        </p:nvSpPr>
        <p:spPr>
          <a:xfrm>
            <a:off x="11297876" y="6439548"/>
            <a:ext cx="250662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35" name="Title 3"/>
          <p:cNvSpPr txBox="1"/>
          <p:nvPr>
            <p:ph type="title"/>
          </p:nvPr>
        </p:nvSpPr>
        <p:spPr>
          <a:xfrm>
            <a:off x="211499" y="-3154"/>
            <a:ext cx="8670434" cy="647820"/>
          </a:xfrm>
          <a:prstGeom prst="rect">
            <a:avLst/>
          </a:prstGeom>
        </p:spPr>
        <p:txBody>
          <a:bodyPr/>
          <a:lstStyle>
            <a:lvl1pPr>
              <a:defRPr sz="2800" u="sng">
                <a:solidFill>
                  <a:srgbClr val="102C57"/>
                </a:solidFill>
              </a:defRPr>
            </a:lvl1pPr>
          </a:lstStyle>
          <a:p>
            <a:pPr/>
            <a:r>
              <a:t>RESULTS: Profitability Extremes &amp; Risk Assessment</a:t>
            </a:r>
          </a:p>
        </p:txBody>
      </p:sp>
      <p:sp>
        <p:nvSpPr>
          <p:cNvPr id="336" name="TextBox 30"/>
          <p:cNvSpPr txBox="1"/>
          <p:nvPr/>
        </p:nvSpPr>
        <p:spPr>
          <a:xfrm>
            <a:off x="238137" y="2933125"/>
            <a:ext cx="5212081" cy="322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Top 5 Profitable Combinations: </a:t>
            </a:r>
            <a:r>
              <a:rPr b="0">
                <a:solidFill>
                  <a:srgbClr val="323232"/>
                </a:solidFill>
              </a:rPr>
              <a:t>Sugarcane (Kharif: INR 1.00M), Chilli (Kharif: INR 954k), Sugarcane (Rabi: INR 732k), Chilli (Rabi: INR 639k), Sugarcane (Zaid: INR 584k).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Bottom 5 Deficit Combinations: </a:t>
            </a:r>
            <a:r>
              <a:rPr b="0">
                <a:solidFill>
                  <a:srgbClr val="323232"/>
                </a:solidFill>
              </a:rPr>
              <a:t>Rice (Zaid: -INR 227k), Maize (Zaid: -INR 194k), Wheat (Zaid: -INR 193k), Pulses (Zaid: -INR 139k), Wheat (Rabi: -INR 120k).</a:t>
            </a:r>
          </a:p>
        </p:txBody>
      </p:sp>
      <p:sp>
        <p:nvSpPr>
          <p:cNvPr id="337" name="• Disease &amp; Pest Vulnerability: Pest risk is highest during Kharif (54.5%) due to monsoon humidity (71.8%) and elevated soil moisture (31.1%), dropping to 38.2% in Zaid.…"/>
          <p:cNvSpPr txBox="1"/>
          <p:nvPr/>
        </p:nvSpPr>
        <p:spPr>
          <a:xfrm>
            <a:off x="5501301" y="2936706"/>
            <a:ext cx="5212081" cy="28663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Disease &amp; Pest Vulnerability: </a:t>
            </a:r>
            <a:r>
              <a:rPr b="0">
                <a:solidFill>
                  <a:srgbClr val="323232"/>
                </a:solidFill>
              </a:rPr>
              <a:t>Pest risk is highest during Kharif (54.5%) due to monsoon humidity (71.8%) and elevated soil moisture (31.1%), dropping to 38.2% in Zaid.</a:t>
            </a:r>
          </a:p>
          <a:p>
            <a:pPr>
              <a:lnSpc>
                <a:spcPct val="150000"/>
              </a:lnSpc>
              <a:defRPr b="1" sz="1600">
                <a:solidFill>
                  <a:srgbClr val="102C57"/>
                </a:solidFill>
              </a:defRPr>
            </a:pPr>
            <a:r>
              <a:t>• Cost vs Revenue Trade-Off: </a:t>
            </a:r>
            <a:r>
              <a:rPr b="0">
                <a:solidFill>
                  <a:srgbClr val="323232"/>
                </a:solidFill>
              </a:rPr>
              <a:t>Average costs remain high (~INR 513k to 544k) across all seasons, but Kharif revenues (INR 711k) vastly surpass Zaid revenues (INR 519k).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3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lide Number Placeholder 5"/>
          <p:cNvSpPr txBox="1"/>
          <p:nvPr>
            <p:ph type="sldNum" sz="quarter" idx="2"/>
          </p:nvPr>
        </p:nvSpPr>
        <p:spPr>
          <a:xfrm>
            <a:off x="11297876" y="6439548"/>
            <a:ext cx="250662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40" name="Title 3"/>
          <p:cNvSpPr txBox="1"/>
          <p:nvPr>
            <p:ph type="title"/>
          </p:nvPr>
        </p:nvSpPr>
        <p:spPr>
          <a:xfrm>
            <a:off x="219793" y="-3154"/>
            <a:ext cx="4735799" cy="830998"/>
          </a:xfrm>
          <a:prstGeom prst="rect">
            <a:avLst/>
          </a:prstGeom>
        </p:spPr>
        <p:txBody>
          <a:bodyPr/>
          <a:lstStyle>
            <a:lvl1pPr>
              <a:defRPr sz="3200" u="sng">
                <a:solidFill>
                  <a:srgbClr val="102C57"/>
                </a:solidFill>
              </a:defRPr>
            </a:lvl1pPr>
          </a:lstStyle>
          <a:p>
            <a:pPr/>
            <a:r>
              <a:t>Future Scope</a:t>
            </a:r>
          </a:p>
        </p:txBody>
      </p:sp>
      <p:sp>
        <p:nvSpPr>
          <p:cNvPr id="341" name="TextBox 23"/>
          <p:cNvSpPr txBox="1"/>
          <p:nvPr/>
        </p:nvSpPr>
        <p:spPr>
          <a:xfrm>
            <a:off x="130317" y="533490"/>
            <a:ext cx="9461644" cy="6238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b="1" sz="1900">
                <a:solidFill>
                  <a:srgbClr val="102C57"/>
                </a:solidFill>
              </a:defRPr>
            </a:pPr>
            <a:r>
              <a:t>1. Predictive Machine Learning Modeling:</a:t>
            </a:r>
          </a:p>
          <a:p>
            <a:pPr>
              <a:lnSpc>
                <a:spcPct val="150000"/>
              </a:lnSpc>
              <a:defRPr sz="1900">
                <a:solidFill>
                  <a:srgbClr val="323232"/>
                </a:solidFill>
              </a:defRPr>
            </a:pPr>
            <a:r>
              <a:t>Develop supervised machine learning pipelines (Random Forest, XGBoost, CatBoost) to forecast crop yields and compute profit probabilities before the sowing window.</a:t>
            </a:r>
          </a:p>
          <a:p>
            <a:pPr>
              <a:lnSpc>
                <a:spcPct val="150000"/>
              </a:lnSpc>
              <a:defRPr b="1" sz="1900">
                <a:solidFill>
                  <a:srgbClr val="102C57"/>
                </a:solidFill>
              </a:defRPr>
            </a:pPr>
            <a:r>
              <a:t>2. IoT Sensor Integration &amp; Precision Agriculture:</a:t>
            </a:r>
          </a:p>
          <a:p>
            <a:pPr>
              <a:lnSpc>
                <a:spcPct val="150000"/>
              </a:lnSpc>
              <a:defRPr sz="1900">
                <a:solidFill>
                  <a:srgbClr val="323232"/>
                </a:solidFill>
              </a:defRPr>
            </a:pPr>
            <a:r>
              <a:t>Deploy field IoT sensor networks to continuously monitor soil moisture, micro-climates, and N-P-K nutrient depletion for automated, precision drip irrigation scheduling.</a:t>
            </a:r>
          </a:p>
          <a:p>
            <a:pPr>
              <a:lnSpc>
                <a:spcPct val="150000"/>
              </a:lnSpc>
              <a:defRPr b="1" sz="1900">
                <a:solidFill>
                  <a:srgbClr val="102C57"/>
                </a:solidFill>
              </a:defRPr>
            </a:pPr>
            <a:r>
              <a:t>3. Satellite Remote Sensing &amp; NDVI Tracking:</a:t>
            </a:r>
          </a:p>
          <a:p>
            <a:pPr>
              <a:lnSpc>
                <a:spcPct val="150000"/>
              </a:lnSpc>
              <a:defRPr sz="1900">
                <a:solidFill>
                  <a:srgbClr val="323232"/>
                </a:solidFill>
              </a:defRPr>
            </a:pPr>
            <a:r>
              <a:t>Integrate multi-spectral satellite imagery (Sentinel-2 / Landsat) to track vegetation indices (NDVI/EVI), detecting crop stress, drought severity, and pest hotspots in real-time.</a:t>
            </a:r>
          </a:p>
          <a:p>
            <a:pPr>
              <a:lnSpc>
                <a:spcPct val="150000"/>
              </a:lnSpc>
              <a:defRPr b="1" sz="1900">
                <a:solidFill>
                  <a:srgbClr val="102C57"/>
                </a:solidFill>
              </a:defRPr>
            </a:pPr>
            <a:r>
              <a:t>4. Dynamic Digital Advisory &amp; Market Platform (DSS):</a:t>
            </a:r>
          </a:p>
          <a:p>
            <a:pPr>
              <a:lnSpc>
                <a:spcPct val="150000"/>
              </a:lnSpc>
              <a:defRPr sz="1900">
                <a:solidFill>
                  <a:srgbClr val="323232"/>
                </a:solidFill>
              </a:defRPr>
            </a:pPr>
            <a:r>
              <a:t>Build a bilingual mobile-first decision support application offering localized sowing recommendations, weather risk alerts, and real-time mandi market price trends to eliminate intermediary exploitation.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40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lide Number Placeholder 5"/>
          <p:cNvSpPr txBox="1"/>
          <p:nvPr>
            <p:ph type="sldNum" sz="quarter" idx="2"/>
          </p:nvPr>
        </p:nvSpPr>
        <p:spPr>
          <a:xfrm>
            <a:off x="11297876" y="6439548"/>
            <a:ext cx="250662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44" name="Title 3"/>
          <p:cNvSpPr txBox="1"/>
          <p:nvPr>
            <p:ph type="title"/>
          </p:nvPr>
        </p:nvSpPr>
        <p:spPr>
          <a:xfrm>
            <a:off x="211499" y="-7560"/>
            <a:ext cx="4735799" cy="830998"/>
          </a:xfrm>
          <a:prstGeom prst="rect">
            <a:avLst/>
          </a:prstGeom>
        </p:spPr>
        <p:txBody>
          <a:bodyPr/>
          <a:lstStyle>
            <a:lvl1pPr>
              <a:defRPr sz="3200" u="sng">
                <a:solidFill>
                  <a:srgbClr val="102C57"/>
                </a:solidFill>
              </a:defRPr>
            </a:lvl1pPr>
          </a:lstStyle>
          <a:p>
            <a:pPr/>
            <a:r>
              <a:t>GitHub Repository</a:t>
            </a:r>
          </a:p>
        </p:txBody>
      </p:sp>
      <p:sp>
        <p:nvSpPr>
          <p:cNvPr id="345" name="TextBox 2"/>
          <p:cNvSpPr txBox="1"/>
          <p:nvPr/>
        </p:nvSpPr>
        <p:spPr>
          <a:xfrm>
            <a:off x="774976" y="1440320"/>
            <a:ext cx="7141435" cy="278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02C57"/>
                </a:solidFill>
              </a:defRPr>
            </a:pPr>
            <a:r>
              <a:t>Repository Link:</a:t>
            </a:r>
          </a:p>
          <a:p>
            <a:pPr>
              <a:defRPr b="1" sz="1700">
                <a:solidFill>
                  <a:srgbClr val="E60000"/>
                </a:solidFill>
              </a:defRPr>
            </a:pPr>
            <a:r>
              <a:t>https://github.com/chourasiavinit9-dev/Seasonal_Major_project</a:t>
            </a:r>
          </a:p>
          <a:p>
            <a:pPr>
              <a:defRPr b="1" sz="1600">
                <a:solidFill>
                  <a:srgbClr val="102C57"/>
                </a:solidFill>
              </a:defRPr>
            </a:pPr>
            <a:br>
              <a:rPr sz="1700">
                <a:solidFill>
                  <a:srgbClr val="E60000"/>
                </a:solidFill>
              </a:rPr>
            </a:br>
            <a:r>
              <a:t>Repository Contents: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Seasonal_Agriculture_Performance_Data_Analytics.ipynb (Complete, clean Colab/Jupyter Notebook)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seasonal_agriculture_performance_dataset.csv (Cleaned &amp; imputed 4,000-record dataset)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High-resolution visualization exports, correlation matrices &amp; statistical testing scripts</a:t>
            </a:r>
          </a:p>
          <a:p>
            <a:pPr>
              <a:defRPr sz="1400">
                <a:solidFill>
                  <a:srgbClr val="323232"/>
                </a:solidFill>
              </a:defRPr>
            </a:pPr>
            <a:r>
              <a:t>• Comprehensive project documentation, methodology reports, and rubric compliance verification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44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lide Number Placeholder 5"/>
          <p:cNvSpPr txBox="1"/>
          <p:nvPr>
            <p:ph type="sldNum" sz="quarter" idx="2"/>
          </p:nvPr>
        </p:nvSpPr>
        <p:spPr>
          <a:xfrm>
            <a:off x="11297876" y="6439548"/>
            <a:ext cx="250662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48" name="Title 3"/>
          <p:cNvSpPr txBox="1"/>
          <p:nvPr>
            <p:ph type="title"/>
          </p:nvPr>
        </p:nvSpPr>
        <p:spPr>
          <a:xfrm>
            <a:off x="211499" y="-3154"/>
            <a:ext cx="8351389" cy="884659"/>
          </a:xfrm>
          <a:prstGeom prst="rect">
            <a:avLst/>
          </a:prstGeom>
        </p:spPr>
        <p:txBody>
          <a:bodyPr/>
          <a:lstStyle>
            <a:lvl1pPr>
              <a:defRPr sz="2700" u="sng">
                <a:solidFill>
                  <a:srgbClr val="102C57"/>
                </a:solidFill>
              </a:defRPr>
            </a:lvl1pPr>
          </a:lstStyle>
          <a:p>
            <a:pPr/>
            <a:r>
              <a:t>VOIS Course Completion Certificate</a:t>
            </a:r>
          </a:p>
        </p:txBody>
      </p:sp>
      <p:sp>
        <p:nvSpPr>
          <p:cNvPr id="349" name="TextBox 23"/>
          <p:cNvSpPr txBox="1"/>
          <p:nvPr/>
        </p:nvSpPr>
        <p:spPr>
          <a:xfrm>
            <a:off x="630023" y="5596915"/>
            <a:ext cx="877824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200">
                <a:solidFill>
                  <a:srgbClr val="E60000"/>
                </a:solidFill>
              </a:defRPr>
            </a:lvl1pPr>
          </a:lstStyle>
          <a:p>
            <a:pPr/>
            <a:r>
              <a:t>Course Name: Data Visualization</a:t>
            </a:r>
          </a:p>
        </p:txBody>
      </p:sp>
      <p:pic>
        <p:nvPicPr>
          <p:cNvPr id="350" name="Certificate (1).pdf" descr="Certificate (1).pdf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29257" y="741330"/>
            <a:ext cx="6779774" cy="4793814"/>
          </a:xfrm>
          <a:prstGeom prst="rect">
            <a:avLst/>
          </a:prstGeom>
          <a:ln w="12700">
            <a:miter lim="400000"/>
          </a:ln>
        </p:spPr>
      </p:pic>
      <p:pic>
        <p:nvPicPr>
          <p:cNvPr id="351" name="Line Line" descr="Line Line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817909" y="5957660"/>
            <a:ext cx="4443420" cy="120651"/>
          </a:xfrm>
          <a:prstGeom prst="rect">
            <a:avLst/>
          </a:prstGeom>
        </p:spPr>
      </p:pic>
      <p:pic>
        <p:nvPicPr>
          <p:cNvPr id="353" name="Line Line" descr="Line Line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797434" y="5584476"/>
            <a:ext cx="4443420" cy="120651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48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lide Number Placeholder 5"/>
          <p:cNvSpPr txBox="1"/>
          <p:nvPr>
            <p:ph type="sldNum" sz="quarter" idx="2"/>
          </p:nvPr>
        </p:nvSpPr>
        <p:spPr>
          <a:xfrm>
            <a:off x="11297876" y="6439548"/>
            <a:ext cx="250662" cy="2438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57" name="Title 1"/>
          <p:cNvSpPr txBox="1"/>
          <p:nvPr>
            <p:ph type="title"/>
          </p:nvPr>
        </p:nvSpPr>
        <p:spPr>
          <a:xfrm>
            <a:off x="-509861" y="1012630"/>
            <a:ext cx="11340001" cy="700115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rgbClr val="102C57"/>
                </a:solidFill>
              </a:defRPr>
            </a:lvl1pPr>
          </a:lstStyle>
          <a:p>
            <a:pPr/>
            <a:r>
              <a:t>Thank You!</a:t>
            </a:r>
          </a:p>
        </p:txBody>
      </p:sp>
      <p:sp>
        <p:nvSpPr>
          <p:cNvPr id="358" name="TextBox 45"/>
          <p:cNvSpPr txBox="1"/>
          <p:nvPr/>
        </p:nvSpPr>
        <p:spPr>
          <a:xfrm>
            <a:off x="1411099" y="2558025"/>
            <a:ext cx="7498080" cy="1272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sz="2400">
                <a:solidFill>
                  <a:srgbClr val="102C57"/>
                </a:solidFill>
              </a:defRPr>
            </a:pPr>
            <a:r>
              <a:t>Seasonal Agriculture Performance Analysis</a:t>
            </a:r>
          </a:p>
          <a:p>
            <a:pPr algn="ctr">
              <a:defRPr>
                <a:solidFill>
                  <a:srgbClr val="323232"/>
                </a:solidFill>
              </a:defRPr>
            </a:pPr>
            <a:r>
              <a:t>Major Data Analytics Project | VOIS Internship Program</a:t>
            </a:r>
            <a:br/>
          </a:p>
          <a:p>
            <a:pPr algn="ctr">
              <a:defRPr b="1" sz="2000">
                <a:solidFill>
                  <a:srgbClr val="E60000"/>
                </a:solidFill>
              </a:defRPr>
            </a:pPr>
            <a:r>
              <a:t>Open for Questions &amp; Discussion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16" presetID="23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57" grpId="1"/>
    </p:bldLst>
  </p:timing>
</p:sld>
</file>

<file path=ppt/theme/theme1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0000FF"/>
      </a:hlink>
      <a:folHlink>
        <a:srgbClr val="FF00FF"/>
      </a:folHlink>
    </a:clrScheme>
    <a:fontScheme name="Facet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5400" dir="5400000">
              <a:srgbClr val="000000">
                <a:alpha val="35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rnd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54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Trebuchet MS"/>
            <a:ea typeface="Trebuchet MS"/>
            <a:cs typeface="Trebuchet MS"/>
            <a:sym typeface="Trebuchet M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rnd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Trebuchet MS"/>
            <a:ea typeface="Trebuchet MS"/>
            <a:cs typeface="Trebuchet MS"/>
            <a:sym typeface="Trebuchet M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Facet">
  <a:themeElements>
    <a:clrScheme name="Face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0000FF"/>
      </a:hlink>
      <a:folHlink>
        <a:srgbClr val="FF00FF"/>
      </a:folHlink>
    </a:clrScheme>
    <a:fontScheme name="Facet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5400" dir="5400000">
              <a:srgbClr val="000000">
                <a:alpha val="35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rnd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54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Trebuchet MS"/>
            <a:ea typeface="Trebuchet MS"/>
            <a:cs typeface="Trebuchet MS"/>
            <a:sym typeface="Trebuchet M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rnd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Trebuchet MS"/>
            <a:ea typeface="Trebuchet MS"/>
            <a:cs typeface="Trebuchet MS"/>
            <a:sym typeface="Trebuchet M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